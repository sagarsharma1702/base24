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8/13/2013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8/13/2013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Base24 </a:t>
            </a:r>
            <a:r>
              <a:rPr lang="en-US" dirty="0" err="1" smtClean="0"/>
              <a:t>Config</a:t>
            </a:r>
            <a:r>
              <a:rPr lang="en-US" dirty="0" smtClean="0"/>
              <a:t> Files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Maintenance and configurations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970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DCT USAGE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can make changes to ATM screen displays, </a:t>
            </a:r>
          </a:p>
          <a:p>
            <a:pPr marL="0" indent="0">
              <a:buNone/>
            </a:pPr>
            <a:r>
              <a:rPr lang="en-US" dirty="0" smtClean="0"/>
              <a:t>State </a:t>
            </a:r>
            <a:r>
              <a:rPr lang="en-US" dirty="0"/>
              <a:t>table entries, FIT table data, configuration parameters, and timers. </a:t>
            </a:r>
          </a:p>
          <a:p>
            <a:pPr marL="0" indent="0">
              <a:buNone/>
            </a:pPr>
            <a:r>
              <a:rPr lang="en-US" dirty="0"/>
              <a:t>You then download these changes to the ATM using the DCT.</a:t>
            </a:r>
          </a:p>
        </p:txBody>
      </p:sp>
    </p:spTree>
    <p:extLst>
      <p:ext uri="{BB962C8B-B14F-4D97-AF65-F5344CB8AC3E}">
        <p14:creationId xmlns:p14="http://schemas.microsoft.com/office/powerpoint/2010/main" val="50581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NCR 5XXX Configuration File Menu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712" y="2249488"/>
            <a:ext cx="8691402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4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Table Data Screens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State tables are a number of sequential instructions that provide the ATM with the </a:t>
            </a:r>
          </a:p>
          <a:p>
            <a:pPr marL="0" indent="0">
              <a:buNone/>
            </a:pPr>
            <a:r>
              <a:rPr lang="en-US" dirty="0"/>
              <a:t>information to perform financial and administrative transactions. The information </a:t>
            </a:r>
          </a:p>
          <a:p>
            <a:pPr marL="0" indent="0">
              <a:buNone/>
            </a:pPr>
            <a:r>
              <a:rPr lang="en-US" dirty="0"/>
              <a:t>in the state tables is arranged in a hierarchical manner using state types and groups. </a:t>
            </a:r>
          </a:p>
          <a:p>
            <a:pPr marL="0" indent="0">
              <a:buNone/>
            </a:pPr>
            <a:r>
              <a:rPr lang="en-US" dirty="0"/>
              <a:t>A state type is one action or condition of the ATM, such as waiting for the </a:t>
            </a:r>
          </a:p>
          <a:p>
            <a:pPr marL="0" indent="0">
              <a:buNone/>
            </a:pPr>
            <a:r>
              <a:rPr lang="en-US" dirty="0"/>
              <a:t>cardholder to first insert a card. A group is a set of state types and screens that </a:t>
            </a:r>
          </a:p>
          <a:p>
            <a:pPr marL="0" indent="0">
              <a:buNone/>
            </a:pPr>
            <a:r>
              <a:rPr lang="en-US" dirty="0"/>
              <a:t>provide a certain functionality, such as a fast cash withdrawal.</a:t>
            </a:r>
          </a:p>
        </p:txBody>
      </p:sp>
    </p:spTree>
    <p:extLst>
      <p:ext uri="{BB962C8B-B14F-4D97-AF65-F5344CB8AC3E}">
        <p14:creationId xmlns:p14="http://schemas.microsoft.com/office/powerpoint/2010/main" val="3951541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Table Data Menu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5005" y="2249488"/>
            <a:ext cx="9298815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8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 Data Format Screen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3632" y="2249488"/>
            <a:ext cx="9663779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2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3541714"/>
          </a:xfrm>
        </p:spPr>
        <p:txBody>
          <a:bodyPr>
            <a:no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/>
              <a:t>The following special characters are entered on the right-side screen data layout.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/>
              <a:t>These characters are not displayed on the cardholder screen, but have a special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/>
              <a:t>meaning to the configuration editor.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/>
              <a:t>The uppercase character C tells the editor where to position the cursor on a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/>
              <a:t>cardholder screen. The uppercase character C must be entered on a line by itself.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 smtClean="0"/>
              <a:t>using </a:t>
            </a:r>
            <a:r>
              <a:rPr lang="en-US" sz="2000" dirty="0"/>
              <a:t>this special character for cursor position.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/>
              <a:t>The uppercase character N instructs the editor to display the cardholder’s name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/>
              <a:t>from Track 1.</a:t>
            </a:r>
          </a:p>
        </p:txBody>
      </p:sp>
    </p:spTree>
    <p:extLst>
      <p:ext uri="{BB962C8B-B14F-4D97-AF65-F5344CB8AC3E}">
        <p14:creationId xmlns:p14="http://schemas.microsoft.com/office/powerpoint/2010/main" val="1913567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Institution Table Screen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5460" y="2249488"/>
            <a:ext cx="9177906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9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FIT SWITCH STATE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249488"/>
            <a:ext cx="9905998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7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TC104033919[[fn=Circuit]]</Template>
  <TotalTime>355</TotalTime>
  <Words>243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Tw Cen MT</vt:lpstr>
      <vt:lpstr>Circuit</vt:lpstr>
      <vt:lpstr>Base24 Config Files</vt:lpstr>
      <vt:lpstr>DCT USAGE</vt:lpstr>
      <vt:lpstr>NCR 5XXX Configuration File Menu</vt:lpstr>
      <vt:lpstr>State Table Data Screens</vt:lpstr>
      <vt:lpstr>State Table Data Menu</vt:lpstr>
      <vt:lpstr>Screen Data Format Screen</vt:lpstr>
      <vt:lpstr>Special Characters</vt:lpstr>
      <vt:lpstr>Financial Institution Table Screen</vt:lpstr>
      <vt:lpstr>FIT SWITCH STATE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Base24 Config Files</dc:title>
  <dc:creator>Bhushan</dc:creator>
  <cp:lastModifiedBy>Bhushan</cp:lastModifiedBy>
  <cp:revision>7</cp:revision>
  <dcterms:created xsi:type="dcterms:W3CDTF">2013-08-13T07:20:12Z</dcterms:created>
  <dcterms:modified xsi:type="dcterms:W3CDTF">2013-08-13T13:15:37Z</dcterms:modified>
</cp:coreProperties>
</file>