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7" r:id="rId1"/>
    <p:sldMasterId id="2147483742" r:id="rId2"/>
    <p:sldMasterId id="2147483758" r:id="rId3"/>
  </p:sldMasterIdLst>
  <p:notesMasterIdLst>
    <p:notesMasterId r:id="rId20"/>
  </p:notesMasterIdLst>
  <p:sldIdLst>
    <p:sldId id="430" r:id="rId4"/>
    <p:sldId id="524" r:id="rId5"/>
    <p:sldId id="525" r:id="rId6"/>
    <p:sldId id="598" r:id="rId7"/>
    <p:sldId id="597" r:id="rId8"/>
    <p:sldId id="599" r:id="rId9"/>
    <p:sldId id="600" r:id="rId10"/>
    <p:sldId id="601" r:id="rId11"/>
    <p:sldId id="602" r:id="rId12"/>
    <p:sldId id="603" r:id="rId13"/>
    <p:sldId id="604" r:id="rId14"/>
    <p:sldId id="605" r:id="rId15"/>
    <p:sldId id="606" r:id="rId16"/>
    <p:sldId id="607" r:id="rId17"/>
    <p:sldId id="608" r:id="rId18"/>
    <p:sldId id="593" r:id="rId19"/>
  </p:sldIdLst>
  <p:sldSz cx="12192000" cy="6858000"/>
  <p:notesSz cx="6858000" cy="9144000"/>
  <p:defaultText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1D1D1"/>
    <a:srgbClr val="B5B5B5"/>
    <a:srgbClr val="9A9A9A"/>
    <a:srgbClr val="818181"/>
    <a:srgbClr val="B8CDE8"/>
    <a:srgbClr val="84AEDC"/>
    <a:srgbClr val="5591C7"/>
    <a:srgbClr val="4679A7"/>
    <a:srgbClr val="E86F0E"/>
    <a:srgbClr val="686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65" autoAdjust="0"/>
    <p:restoredTop sz="94434" autoAdjust="0"/>
  </p:normalViewPr>
  <p:slideViewPr>
    <p:cSldViewPr snapToGrid="0">
      <p:cViewPr varScale="1">
        <p:scale>
          <a:sx n="72" d="100"/>
          <a:sy n="72" d="100"/>
        </p:scale>
        <p:origin x="894" y="66"/>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F969C-9A7F-4A12-8509-DF708226FF76}" type="datetimeFigureOut">
              <a:rPr lang="en-IN" smtClean="0"/>
              <a:t>05-12-2017</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7331F-7EFA-42A4-93CA-88F3C9B52F23}" type="slidenum">
              <a:rPr lang="en-IN" smtClean="0"/>
              <a:t>‹#›</a:t>
            </a:fld>
            <a:endParaRPr lang="en-IN" dirty="0"/>
          </a:p>
        </p:txBody>
      </p:sp>
    </p:spTree>
    <p:extLst>
      <p:ext uri="{BB962C8B-B14F-4D97-AF65-F5344CB8AC3E}">
        <p14:creationId xmlns:p14="http://schemas.microsoft.com/office/powerpoint/2010/main" val="241795247"/>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p>
        </p:txBody>
      </p:sp>
      <p:pic>
        <p:nvPicPr>
          <p:cNvPr id="19" name="Pictur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a:spLocks/>
          </p:cNvSpPr>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itchFamily="2" charset="2"/>
              <a:buNone/>
              <a:defRPr lang="en-US" sz="1200" kern="1200">
                <a:solidFill>
                  <a:schemeClr val="tx1"/>
                </a:solidFill>
                <a:latin typeface="Myriad Pro" pitchFamily="34" charset="0"/>
                <a:ea typeface="Myriad Pro" pitchFamily="34" charset="0"/>
                <a:cs typeface="Arial" pitchFamily="34" charset="0"/>
              </a:defRPr>
            </a:lvl1pPr>
            <a:lvl2pPr marL="609555" indent="0" algn="ctr" rtl="0" eaLnBrk="1" fontAlgn="base" hangingPunct="1">
              <a:spcBef>
                <a:spcPts val="800"/>
              </a:spcBef>
              <a:spcAft>
                <a:spcPct val="0"/>
              </a:spcAft>
              <a:buFont typeface="Arial" charset="0"/>
              <a:buNone/>
              <a:defRPr lang="en-US" kern="1200">
                <a:solidFill>
                  <a:schemeClr val="tx1">
                    <a:tint val="75000"/>
                  </a:schemeClr>
                </a:solidFill>
                <a:latin typeface="Arial" pitchFamily="34" charset="0"/>
                <a:ea typeface="MS PGothic" pitchFamily="34" charset="-128"/>
                <a:cs typeface="Arial" pitchFamily="34" charset="0"/>
              </a:defRPr>
            </a:lvl2pPr>
            <a:lvl3pPr marL="1219110" indent="0" algn="ctr" rtl="0" eaLnBrk="1" fontAlgn="base" hangingPunct="1">
              <a:spcBef>
                <a:spcPts val="800"/>
              </a:spcBef>
              <a:spcAft>
                <a:spcPct val="0"/>
              </a:spcAft>
              <a:buSzPct val="125000"/>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3pPr>
            <a:lvl4pPr marL="1828664" indent="0" algn="ctr" rtl="0" eaLnBrk="1" fontAlgn="base" hangingPunct="1">
              <a:spcBef>
                <a:spcPts val="800"/>
              </a:spcBef>
              <a:spcAft>
                <a:spcPct val="0"/>
              </a:spcAft>
              <a:buFont typeface="Courier New" pitchFamily="49" charset="0"/>
              <a:buNone/>
              <a:defRPr lang="en-US" sz="2100" kern="1200">
                <a:solidFill>
                  <a:schemeClr val="tx1">
                    <a:tint val="75000"/>
                  </a:schemeClr>
                </a:solidFill>
                <a:latin typeface="Arial" pitchFamily="34" charset="0"/>
                <a:ea typeface="MS PGothic" pitchFamily="34" charset="-128"/>
                <a:cs typeface="Arial" pitchFamily="34" charset="0"/>
              </a:defRPr>
            </a:lvl4pPr>
            <a:lvl5pPr marL="2438218" indent="0" algn="ctr" rtl="0" eaLnBrk="1" fontAlgn="base" hangingPunct="1">
              <a:spcBef>
                <a:spcPts val="800"/>
              </a:spcBef>
              <a:spcAft>
                <a:spcPct val="0"/>
              </a:spcAft>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5pPr>
            <a:lvl6pPr marL="3047772"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7327"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880"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6435"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extLst>
      <p:ext uri="{BB962C8B-B14F-4D97-AF65-F5344CB8AC3E}">
        <p14:creationId xmlns:p14="http://schemas.microsoft.com/office/powerpoint/2010/main" val="2934962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without subtitle">
    <p:spTree>
      <p:nvGrpSpPr>
        <p:cNvPr id="1" name=""/>
        <p:cNvGrpSpPr/>
        <p:nvPr/>
      </p:nvGrpSpPr>
      <p:grpSpPr>
        <a:xfrm>
          <a:off x="0" y="0"/>
          <a:ext cx="0" cy="0"/>
          <a:chOff x="0" y="0"/>
          <a:chExt cx="0" cy="0"/>
        </a:xfrm>
      </p:grpSpPr>
      <p:sp>
        <p:nvSpPr>
          <p:cNvPr id="24" name="Title 1"/>
          <p:cNvSpPr txBox="1">
            <a:spLocks/>
          </p:cNvSpPr>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itchFamily="34" charset="0"/>
              </a:defRPr>
            </a:lvl1pPr>
          </a:lstStyle>
          <a:p>
            <a:r>
              <a:rPr lang="en-US" dirty="0"/>
              <a:t>Click to edit Master title style</a:t>
            </a:r>
            <a:endParaRPr lang="bg-BG" dirty="0"/>
          </a:p>
        </p:txBody>
      </p:sp>
      <p:pic>
        <p:nvPicPr>
          <p:cNvPr id="30" name="Picture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extLst>
      <p:ext uri="{BB962C8B-B14F-4D97-AF65-F5344CB8AC3E}">
        <p14:creationId xmlns:p14="http://schemas.microsoft.com/office/powerpoint/2010/main" val="135458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a:spLocks/>
          </p:cNvSpPr>
          <p:nvPr/>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itchFamily="2" charset="2"/>
              <a:buNone/>
              <a:defRPr lang="en-US" sz="1200" kern="1200">
                <a:solidFill>
                  <a:schemeClr val="tx1"/>
                </a:solidFill>
                <a:latin typeface="Myriad Pro" pitchFamily="34" charset="0"/>
                <a:ea typeface="Myriad Pro" pitchFamily="34" charset="0"/>
                <a:cs typeface="Arial" pitchFamily="34" charset="0"/>
              </a:defRPr>
            </a:lvl1pPr>
            <a:lvl2pPr marL="609555" indent="0" algn="ctr" rtl="0" eaLnBrk="1" fontAlgn="base" hangingPunct="1">
              <a:spcBef>
                <a:spcPts val="800"/>
              </a:spcBef>
              <a:spcAft>
                <a:spcPct val="0"/>
              </a:spcAft>
              <a:buFont typeface="Arial" charset="0"/>
              <a:buNone/>
              <a:defRPr lang="en-US" kern="1200">
                <a:solidFill>
                  <a:schemeClr val="tx1">
                    <a:tint val="75000"/>
                  </a:schemeClr>
                </a:solidFill>
                <a:latin typeface="Arial" pitchFamily="34" charset="0"/>
                <a:ea typeface="MS PGothic" pitchFamily="34" charset="-128"/>
                <a:cs typeface="Arial" pitchFamily="34" charset="0"/>
              </a:defRPr>
            </a:lvl2pPr>
            <a:lvl3pPr marL="1219110" indent="0" algn="ctr" rtl="0" eaLnBrk="1" fontAlgn="base" hangingPunct="1">
              <a:spcBef>
                <a:spcPts val="800"/>
              </a:spcBef>
              <a:spcAft>
                <a:spcPct val="0"/>
              </a:spcAft>
              <a:buSzPct val="125000"/>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3pPr>
            <a:lvl4pPr marL="1828664" indent="0" algn="ctr" rtl="0" eaLnBrk="1" fontAlgn="base" hangingPunct="1">
              <a:spcBef>
                <a:spcPts val="800"/>
              </a:spcBef>
              <a:spcAft>
                <a:spcPct val="0"/>
              </a:spcAft>
              <a:buFont typeface="Courier New" pitchFamily="49" charset="0"/>
              <a:buNone/>
              <a:defRPr lang="en-US" sz="2100" kern="1200">
                <a:solidFill>
                  <a:schemeClr val="tx1">
                    <a:tint val="75000"/>
                  </a:schemeClr>
                </a:solidFill>
                <a:latin typeface="Arial" pitchFamily="34" charset="0"/>
                <a:ea typeface="MS PGothic" pitchFamily="34" charset="-128"/>
                <a:cs typeface="Arial" pitchFamily="34" charset="0"/>
              </a:defRPr>
            </a:lvl4pPr>
            <a:lvl5pPr marL="2438218" indent="0" algn="ctr" rtl="0" eaLnBrk="1" fontAlgn="base" hangingPunct="1">
              <a:spcBef>
                <a:spcPts val="800"/>
              </a:spcBef>
              <a:spcAft>
                <a:spcPct val="0"/>
              </a:spcAft>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5pPr>
            <a:lvl6pPr marL="3047772"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7327"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880"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6435"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0"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14" name="Subtitle 2"/>
          <p:cNvSpPr txBox="1">
            <a:spLocks/>
          </p:cNvSpPr>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itchFamily="2" charset="2"/>
              <a:buNone/>
              <a:defRPr lang="en-US" sz="1200" kern="1200">
                <a:solidFill>
                  <a:schemeClr val="tx1"/>
                </a:solidFill>
                <a:latin typeface="Myriad Pro" pitchFamily="34" charset="0"/>
                <a:ea typeface="Myriad Pro" pitchFamily="34" charset="0"/>
                <a:cs typeface="Arial" pitchFamily="34" charset="0"/>
              </a:defRPr>
            </a:lvl1pPr>
            <a:lvl2pPr marL="609555" indent="0" algn="ctr" rtl="0" eaLnBrk="1" fontAlgn="base" hangingPunct="1">
              <a:spcBef>
                <a:spcPts val="800"/>
              </a:spcBef>
              <a:spcAft>
                <a:spcPct val="0"/>
              </a:spcAft>
              <a:buFont typeface="Arial" charset="0"/>
              <a:buNone/>
              <a:defRPr lang="en-US" kern="1200">
                <a:solidFill>
                  <a:schemeClr val="tx1">
                    <a:tint val="75000"/>
                  </a:schemeClr>
                </a:solidFill>
                <a:latin typeface="Arial" pitchFamily="34" charset="0"/>
                <a:ea typeface="MS PGothic" pitchFamily="34" charset="-128"/>
                <a:cs typeface="Arial" pitchFamily="34" charset="0"/>
              </a:defRPr>
            </a:lvl2pPr>
            <a:lvl3pPr marL="1219110" indent="0" algn="ctr" rtl="0" eaLnBrk="1" fontAlgn="base" hangingPunct="1">
              <a:spcBef>
                <a:spcPts val="800"/>
              </a:spcBef>
              <a:spcAft>
                <a:spcPct val="0"/>
              </a:spcAft>
              <a:buSzPct val="125000"/>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3pPr>
            <a:lvl4pPr marL="1828664" indent="0" algn="ctr" rtl="0" eaLnBrk="1" fontAlgn="base" hangingPunct="1">
              <a:spcBef>
                <a:spcPts val="800"/>
              </a:spcBef>
              <a:spcAft>
                <a:spcPct val="0"/>
              </a:spcAft>
              <a:buFont typeface="Courier New" pitchFamily="49" charset="0"/>
              <a:buNone/>
              <a:defRPr lang="en-US" sz="2100" kern="1200">
                <a:solidFill>
                  <a:schemeClr val="tx1">
                    <a:tint val="75000"/>
                  </a:schemeClr>
                </a:solidFill>
                <a:latin typeface="Arial" pitchFamily="34" charset="0"/>
                <a:ea typeface="MS PGothic" pitchFamily="34" charset="-128"/>
                <a:cs typeface="Arial" pitchFamily="34" charset="0"/>
              </a:defRPr>
            </a:lvl4pPr>
            <a:lvl5pPr marL="2438218" indent="0" algn="ctr" rtl="0" eaLnBrk="1" fontAlgn="base" hangingPunct="1">
              <a:spcBef>
                <a:spcPts val="800"/>
              </a:spcBef>
              <a:spcAft>
                <a:spcPct val="0"/>
              </a:spcAft>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5pPr>
            <a:lvl6pPr marL="3047772"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7327"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880"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6435"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extLst>
      <p:ext uri="{BB962C8B-B14F-4D97-AF65-F5344CB8AC3E}">
        <p14:creationId xmlns:p14="http://schemas.microsoft.com/office/powerpoint/2010/main" val="239604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4" name="Title 1"/>
          <p:cNvSpPr txBox="1">
            <a:spLocks/>
          </p:cNvSpPr>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itchFamily="34" charset="0"/>
              </a:defRPr>
            </a:lvl1pPr>
          </a:lstStyle>
          <a:p>
            <a:r>
              <a:rPr lang="en-US"/>
              <a:t>Click to edit Master title style</a:t>
            </a:r>
            <a:endParaRPr lang="bg-BG" dirty="0"/>
          </a:p>
        </p:txBody>
      </p:sp>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
        <p:nvSpPr>
          <p:cNvPr id="8" name="Title 1"/>
          <p:cNvSpPr txBox="1">
            <a:spLocks/>
          </p:cNvSpPr>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extLst>
      <p:ext uri="{BB962C8B-B14F-4D97-AF65-F5344CB8AC3E}">
        <p14:creationId xmlns:p14="http://schemas.microsoft.com/office/powerpoint/2010/main" val="1481742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3408700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914707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10216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59592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84591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87325"/>
            <a:ext cx="10515600" cy="777875"/>
          </a:xfrm>
        </p:spPr>
        <p:txBody>
          <a:bodyPr>
            <a:normAutofit/>
          </a:bodyPr>
          <a:lstStyle>
            <a:lvl1pPr>
              <a:defRPr sz="3200">
                <a:latin typeface="Raleway" panose="020B0003030101060003" pitchFamily="34" charset="0"/>
              </a:defRPr>
            </a:lvl1pPr>
          </a:lstStyle>
          <a:p>
            <a:r>
              <a:rPr lang="en-US" dirty="0"/>
              <a:t>Click to edit Master title style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11768"/>
            <a:ext cx="12192000" cy="746232"/>
          </a:xfrm>
          <a:prstGeom prst="rect">
            <a:avLst/>
          </a:prstGeom>
        </p:spPr>
      </p:pic>
      <p:sp>
        <p:nvSpPr>
          <p:cNvPr id="11" name="Slide Number Placeholder 10"/>
          <p:cNvSpPr>
            <a:spLocks noGrp="1"/>
          </p:cNvSpPr>
          <p:nvPr>
            <p:ph type="sldNum" sz="quarter" idx="12"/>
          </p:nvPr>
        </p:nvSpPr>
        <p:spPr>
          <a:xfrm>
            <a:off x="5727700" y="6302321"/>
            <a:ext cx="457200" cy="365125"/>
          </a:xfrm>
        </p:spPr>
        <p:txBody>
          <a:bodyPr/>
          <a:lstStyle>
            <a:lvl1pPr>
              <a:defRPr sz="1400" b="1">
                <a:solidFill>
                  <a:srgbClr val="0070C0"/>
                </a:solidFill>
                <a:latin typeface="Raleway" panose="020B0003030101060003" pitchFamily="34" charset="0"/>
              </a:defRPr>
            </a:lvl1pPr>
          </a:lstStyle>
          <a:p>
            <a:fld id="{D53A2CB9-B5A8-4900-A386-203D8D5C0F2B}" type="slidenum">
              <a:rPr lang="en-US" smtClean="0"/>
              <a:pPr/>
              <a:t>‹#›</a:t>
            </a:fld>
            <a:endParaRPr lang="en-US" dirty="0"/>
          </a:p>
        </p:txBody>
      </p:sp>
      <p:sp>
        <p:nvSpPr>
          <p:cNvPr id="13" name="Text Placeholder 12"/>
          <p:cNvSpPr>
            <a:spLocks noGrp="1"/>
          </p:cNvSpPr>
          <p:nvPr>
            <p:ph type="body" sz="quarter" idx="13"/>
          </p:nvPr>
        </p:nvSpPr>
        <p:spPr>
          <a:xfrm>
            <a:off x="457200" y="1206500"/>
            <a:ext cx="10515600" cy="4495800"/>
          </a:xfrm>
        </p:spPr>
        <p:txBody>
          <a:bodyPr/>
          <a:lstStyle>
            <a:lvl1pPr>
              <a:defRPr baseline="0">
                <a:latin typeface="Raleway" panose="020B0003030101060003" pitchFamily="34" charset="0"/>
              </a:defRPr>
            </a:lvl1pPr>
            <a:lvl2pPr>
              <a:defRPr baseline="0">
                <a:latin typeface="Raleway" panose="020B0003030101060003" pitchFamily="34" charset="0"/>
              </a:defRPr>
            </a:lvl2pPr>
            <a:lvl3pPr>
              <a:defRPr baseline="0">
                <a:latin typeface="Raleway" panose="020B0003030101060003" pitchFamily="34" charset="0"/>
              </a:defRPr>
            </a:lvl3pPr>
            <a:lvl4pPr>
              <a:defRPr baseline="0">
                <a:latin typeface="Raleway" panose="020B0003030101060003" pitchFamily="34" charset="0"/>
              </a:defRPr>
            </a:lvl4pPr>
            <a:lvl5pPr>
              <a:defRPr baseline="0">
                <a:latin typeface="Raleway" panose="020B00030301010600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9"/>
          <p:cNvSpPr>
            <a:spLocks noGrp="1"/>
          </p:cNvSpPr>
          <p:nvPr>
            <p:ph type="body" sz="quarter" idx="14" hasCustomPrompt="1"/>
          </p:nvPr>
        </p:nvSpPr>
        <p:spPr>
          <a:xfrm>
            <a:off x="457200" y="6302321"/>
            <a:ext cx="1536700" cy="355600"/>
          </a:xfrm>
        </p:spPr>
        <p:txBody>
          <a:bodyPr>
            <a:noAutofit/>
          </a:bodyPr>
          <a:lstStyle>
            <a:lvl1pPr marL="0" indent="0">
              <a:buNone/>
              <a:defRPr sz="2000">
                <a:latin typeface="Raleway" panose="020B0003030101060003" pitchFamily="34" charset="0"/>
              </a:defRPr>
            </a:lvl1pPr>
          </a:lstStyle>
          <a:p>
            <a:pPr lvl="0"/>
            <a:r>
              <a:rPr lang="en-US" dirty="0"/>
              <a:t>Topic</a:t>
            </a:r>
          </a:p>
        </p:txBody>
      </p:sp>
    </p:spTree>
    <p:extLst>
      <p:ext uri="{BB962C8B-B14F-4D97-AF65-F5344CB8AC3E}">
        <p14:creationId xmlns:p14="http://schemas.microsoft.com/office/powerpoint/2010/main" val="1780932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103271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921059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945993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784596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564479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1000740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itchFamily="34" charset="0"/>
              </a:defRPr>
            </a:lvl1pPr>
          </a:lstStyle>
          <a:p>
            <a:r>
              <a:rPr lang="en-US"/>
              <a:t>Click to edit Master title style</a:t>
            </a:r>
            <a:endParaRPr lang="bg-BG" dirty="0"/>
          </a:p>
        </p:txBody>
      </p:sp>
      <p:sp>
        <p:nvSpPr>
          <p:cNvPr id="8" name="Title 1"/>
          <p:cNvSpPr txBox="1">
            <a:spLocks/>
          </p:cNvSpPr>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extLst>
      <p:ext uri="{BB962C8B-B14F-4D97-AF65-F5344CB8AC3E}">
        <p14:creationId xmlns:p14="http://schemas.microsoft.com/office/powerpoint/2010/main" val="23514852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4466"/>
      </p:ext>
    </p:extLst>
  </p:cSld>
  <p:clrMap bg1="lt1" tx1="dk1" bg2="lt2" tx2="dk2" accent1="accent1" accent2="accent2" accent3="accent3" accent4="accent4" accent5="accent5" accent6="accent6" hlink="hlink" folHlink="folHlink"/>
  <p:sldLayoutIdLst>
    <p:sldLayoutId id="2147483719" r:id="rId1"/>
    <p:sldLayoutId id="2147483741" r:id="rId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itchFamily="34" charset="0"/>
          <a:ea typeface="MS PGothic" pitchFamily="34" charset="-128"/>
          <a:cs typeface="Arial" pitchFamily="34" charset="0"/>
        </a:defRPr>
      </a:lvl1pPr>
      <a:lvl2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2pPr>
      <a:lvl3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3pPr>
      <a:lvl4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4pPr>
      <a:lvl5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5pPr>
      <a:lvl6pPr marL="609555" algn="l" rtl="0" eaLnBrk="1" fontAlgn="base" hangingPunct="1">
        <a:spcBef>
          <a:spcPct val="0"/>
        </a:spcBef>
        <a:spcAft>
          <a:spcPct val="0"/>
        </a:spcAft>
        <a:defRPr sz="5900">
          <a:solidFill>
            <a:srgbClr val="00B0F0"/>
          </a:solidFill>
          <a:latin typeface="Arial" pitchFamily="34" charset="0"/>
          <a:ea typeface="MS PGothic" pitchFamily="34" charset="-128"/>
        </a:defRPr>
      </a:lvl6pPr>
      <a:lvl7pPr marL="1219110" algn="l" rtl="0" eaLnBrk="1" fontAlgn="base" hangingPunct="1">
        <a:spcBef>
          <a:spcPct val="0"/>
        </a:spcBef>
        <a:spcAft>
          <a:spcPct val="0"/>
        </a:spcAft>
        <a:defRPr sz="5900">
          <a:solidFill>
            <a:srgbClr val="00B0F0"/>
          </a:solidFill>
          <a:latin typeface="Arial" pitchFamily="34" charset="0"/>
          <a:ea typeface="MS PGothic" pitchFamily="34" charset="-128"/>
        </a:defRPr>
      </a:lvl7pPr>
      <a:lvl8pPr marL="1828664" algn="l" rtl="0" eaLnBrk="1" fontAlgn="base" hangingPunct="1">
        <a:spcBef>
          <a:spcPct val="0"/>
        </a:spcBef>
        <a:spcAft>
          <a:spcPct val="0"/>
        </a:spcAft>
        <a:defRPr sz="5900">
          <a:solidFill>
            <a:srgbClr val="00B0F0"/>
          </a:solidFill>
          <a:latin typeface="Arial" pitchFamily="34" charset="0"/>
          <a:ea typeface="MS PGothic" pitchFamily="34" charset="-128"/>
        </a:defRPr>
      </a:lvl8pPr>
      <a:lvl9pPr marL="2438218" algn="l" rtl="0" eaLnBrk="1" fontAlgn="base" hangingPunct="1">
        <a:spcBef>
          <a:spcPct val="0"/>
        </a:spcBef>
        <a:spcAft>
          <a:spcPct val="0"/>
        </a:spcAft>
        <a:defRPr sz="5900">
          <a:solidFill>
            <a:srgbClr val="00B0F0"/>
          </a:solidFill>
          <a:latin typeface="Arial" pitchFamily="34" charset="0"/>
          <a:ea typeface="MS PGothic" pitchFamily="34" charset="-128"/>
        </a:defRPr>
      </a:lvl9pPr>
    </p:titleStyle>
    <p:bodyStyle>
      <a:lvl1pPr marL="304776" indent="-304776" algn="l" rtl="0" eaLnBrk="1" fontAlgn="base" hangingPunct="1">
        <a:spcBef>
          <a:spcPts val="800"/>
        </a:spcBef>
        <a:spcAft>
          <a:spcPct val="0"/>
        </a:spcAft>
        <a:buClr>
          <a:srgbClr val="595959"/>
        </a:buClr>
        <a:buFont typeface="Wingdings" pitchFamily="2" charset="2"/>
        <a:buChar char="§"/>
        <a:defRPr lang="en-US" sz="2700" kern="1200">
          <a:solidFill>
            <a:srgbClr val="595959"/>
          </a:solidFill>
          <a:latin typeface="Arial" pitchFamily="34" charset="0"/>
          <a:ea typeface="MS PGothic" pitchFamily="34" charset="-128"/>
          <a:cs typeface="Arial" pitchFamily="34" charset="0"/>
        </a:defRPr>
      </a:lvl1pPr>
      <a:lvl2pPr marL="609555" indent="-304776" algn="l" rtl="0" eaLnBrk="1" fontAlgn="base" hangingPunct="1">
        <a:spcBef>
          <a:spcPts val="800"/>
        </a:spcBef>
        <a:spcAft>
          <a:spcPct val="0"/>
        </a:spcAft>
        <a:buFont typeface="Arial" charset="0"/>
        <a:buChar char="–"/>
        <a:defRPr lang="en-US" kern="1200">
          <a:solidFill>
            <a:srgbClr val="595959"/>
          </a:solidFill>
          <a:latin typeface="Arial" pitchFamily="34" charset="0"/>
          <a:ea typeface="MS PGothic" pitchFamily="34" charset="-128"/>
          <a:cs typeface="Arial" pitchFamily="34" charset="0"/>
        </a:defRPr>
      </a:lvl2pPr>
      <a:lvl3pPr marL="914332" indent="-304776" algn="l" rtl="0" eaLnBrk="1" fontAlgn="base" hangingPunct="1">
        <a:spcBef>
          <a:spcPts val="800"/>
        </a:spcBef>
        <a:spcAft>
          <a:spcPct val="0"/>
        </a:spcAft>
        <a:buSzPct val="125000"/>
        <a:buFont typeface="Arial" charset="0"/>
        <a:buChar char="•"/>
        <a:defRPr lang="en-US" sz="2100" kern="1200">
          <a:solidFill>
            <a:srgbClr val="595959"/>
          </a:solidFill>
          <a:latin typeface="Arial" pitchFamily="34" charset="0"/>
          <a:ea typeface="MS PGothic" pitchFamily="34" charset="-128"/>
          <a:cs typeface="Arial" pitchFamily="34" charset="0"/>
        </a:defRPr>
      </a:lvl3pPr>
      <a:lvl4pPr marL="1219110" indent="-304776" algn="l" rtl="0" eaLnBrk="1" fontAlgn="base" hangingPunct="1">
        <a:spcBef>
          <a:spcPts val="800"/>
        </a:spcBef>
        <a:spcAft>
          <a:spcPct val="0"/>
        </a:spcAft>
        <a:buFont typeface="Courier New" pitchFamily="49" charset="0"/>
        <a:buChar char="o"/>
        <a:defRPr lang="en-US" sz="2100" kern="1200">
          <a:solidFill>
            <a:srgbClr val="595959"/>
          </a:solidFill>
          <a:latin typeface="Arial" pitchFamily="34" charset="0"/>
          <a:ea typeface="MS PGothic" pitchFamily="34" charset="-128"/>
          <a:cs typeface="Arial" pitchFamily="34" charset="0"/>
        </a:defRPr>
      </a:lvl4pPr>
      <a:lvl5pPr marL="1523887" indent="-304776" algn="l" rtl="0" eaLnBrk="1" fontAlgn="base" hangingPunct="1">
        <a:spcBef>
          <a:spcPts val="800"/>
        </a:spcBef>
        <a:spcAft>
          <a:spcPct val="0"/>
        </a:spcAft>
        <a:buFont typeface="Arial" charset="0"/>
        <a:buChar char="»"/>
        <a:defRPr lang="en-US" sz="2100" kern="1200">
          <a:solidFill>
            <a:srgbClr val="595959"/>
          </a:solidFill>
          <a:latin typeface="Arial" pitchFamily="34" charset="0"/>
          <a:ea typeface="MS PGothic" pitchFamily="34" charset="-128"/>
          <a:cs typeface="Arial" pitchFamily="34" charset="0"/>
        </a:defRPr>
      </a:lvl5pPr>
      <a:lvl6pPr marL="335254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104"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65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212"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768528"/>
      </p:ext>
    </p:extLst>
  </p:cSld>
  <p:clrMap bg1="lt1" tx1="dk1" bg2="lt2" tx2="dk2" accent1="accent1" accent2="accent2" accent3="accent3" accent4="accent4" accent5="accent5" accent6="accent6" hlink="hlink" folHlink="folHlink"/>
  <p:sldLayoutIdLst>
    <p:sldLayoutId id="2147483743" r:id="rId1"/>
    <p:sldLayoutId id="2147483744" r:id="rId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itchFamily="34" charset="0"/>
          <a:ea typeface="MS PGothic" pitchFamily="34" charset="-128"/>
          <a:cs typeface="Arial" pitchFamily="34" charset="0"/>
        </a:defRPr>
      </a:lvl1pPr>
      <a:lvl2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2pPr>
      <a:lvl3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3pPr>
      <a:lvl4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4pPr>
      <a:lvl5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5pPr>
      <a:lvl6pPr marL="609555" algn="l" rtl="0" eaLnBrk="1" fontAlgn="base" hangingPunct="1">
        <a:spcBef>
          <a:spcPct val="0"/>
        </a:spcBef>
        <a:spcAft>
          <a:spcPct val="0"/>
        </a:spcAft>
        <a:defRPr sz="5900">
          <a:solidFill>
            <a:srgbClr val="00B0F0"/>
          </a:solidFill>
          <a:latin typeface="Arial" pitchFamily="34" charset="0"/>
          <a:ea typeface="MS PGothic" pitchFamily="34" charset="-128"/>
        </a:defRPr>
      </a:lvl6pPr>
      <a:lvl7pPr marL="1219110" algn="l" rtl="0" eaLnBrk="1" fontAlgn="base" hangingPunct="1">
        <a:spcBef>
          <a:spcPct val="0"/>
        </a:spcBef>
        <a:spcAft>
          <a:spcPct val="0"/>
        </a:spcAft>
        <a:defRPr sz="5900">
          <a:solidFill>
            <a:srgbClr val="00B0F0"/>
          </a:solidFill>
          <a:latin typeface="Arial" pitchFamily="34" charset="0"/>
          <a:ea typeface="MS PGothic" pitchFamily="34" charset="-128"/>
        </a:defRPr>
      </a:lvl7pPr>
      <a:lvl8pPr marL="1828664" algn="l" rtl="0" eaLnBrk="1" fontAlgn="base" hangingPunct="1">
        <a:spcBef>
          <a:spcPct val="0"/>
        </a:spcBef>
        <a:spcAft>
          <a:spcPct val="0"/>
        </a:spcAft>
        <a:defRPr sz="5900">
          <a:solidFill>
            <a:srgbClr val="00B0F0"/>
          </a:solidFill>
          <a:latin typeface="Arial" pitchFamily="34" charset="0"/>
          <a:ea typeface="MS PGothic" pitchFamily="34" charset="-128"/>
        </a:defRPr>
      </a:lvl8pPr>
      <a:lvl9pPr marL="2438218" algn="l" rtl="0" eaLnBrk="1" fontAlgn="base" hangingPunct="1">
        <a:spcBef>
          <a:spcPct val="0"/>
        </a:spcBef>
        <a:spcAft>
          <a:spcPct val="0"/>
        </a:spcAft>
        <a:defRPr sz="5900">
          <a:solidFill>
            <a:srgbClr val="00B0F0"/>
          </a:solidFill>
          <a:latin typeface="Arial" pitchFamily="34" charset="0"/>
          <a:ea typeface="MS PGothic" pitchFamily="34" charset="-128"/>
        </a:defRPr>
      </a:lvl9pPr>
    </p:titleStyle>
    <p:bodyStyle>
      <a:lvl1pPr marL="304776" indent="-304776" algn="l" rtl="0" eaLnBrk="1" fontAlgn="base" hangingPunct="1">
        <a:spcBef>
          <a:spcPts val="800"/>
        </a:spcBef>
        <a:spcAft>
          <a:spcPct val="0"/>
        </a:spcAft>
        <a:buClr>
          <a:srgbClr val="595959"/>
        </a:buClr>
        <a:buFont typeface="Wingdings" pitchFamily="2" charset="2"/>
        <a:buChar char="§"/>
        <a:defRPr lang="en-US" sz="2700" kern="1200">
          <a:solidFill>
            <a:srgbClr val="595959"/>
          </a:solidFill>
          <a:latin typeface="Arial" pitchFamily="34" charset="0"/>
          <a:ea typeface="MS PGothic" pitchFamily="34" charset="-128"/>
          <a:cs typeface="Arial" pitchFamily="34" charset="0"/>
        </a:defRPr>
      </a:lvl1pPr>
      <a:lvl2pPr marL="609555" indent="-304776" algn="l" rtl="0" eaLnBrk="1" fontAlgn="base" hangingPunct="1">
        <a:spcBef>
          <a:spcPts val="800"/>
        </a:spcBef>
        <a:spcAft>
          <a:spcPct val="0"/>
        </a:spcAft>
        <a:buFont typeface="Arial" charset="0"/>
        <a:buChar char="–"/>
        <a:defRPr lang="en-US" kern="1200">
          <a:solidFill>
            <a:srgbClr val="595959"/>
          </a:solidFill>
          <a:latin typeface="Arial" pitchFamily="34" charset="0"/>
          <a:ea typeface="MS PGothic" pitchFamily="34" charset="-128"/>
          <a:cs typeface="Arial" pitchFamily="34" charset="0"/>
        </a:defRPr>
      </a:lvl2pPr>
      <a:lvl3pPr marL="914332" indent="-304776" algn="l" rtl="0" eaLnBrk="1" fontAlgn="base" hangingPunct="1">
        <a:spcBef>
          <a:spcPts val="800"/>
        </a:spcBef>
        <a:spcAft>
          <a:spcPct val="0"/>
        </a:spcAft>
        <a:buSzPct val="125000"/>
        <a:buFont typeface="Arial" charset="0"/>
        <a:buChar char="•"/>
        <a:defRPr lang="en-US" sz="2100" kern="1200">
          <a:solidFill>
            <a:srgbClr val="595959"/>
          </a:solidFill>
          <a:latin typeface="Arial" pitchFamily="34" charset="0"/>
          <a:ea typeface="MS PGothic" pitchFamily="34" charset="-128"/>
          <a:cs typeface="Arial" pitchFamily="34" charset="0"/>
        </a:defRPr>
      </a:lvl3pPr>
      <a:lvl4pPr marL="1219110" indent="-304776" algn="l" rtl="0" eaLnBrk="1" fontAlgn="base" hangingPunct="1">
        <a:spcBef>
          <a:spcPts val="800"/>
        </a:spcBef>
        <a:spcAft>
          <a:spcPct val="0"/>
        </a:spcAft>
        <a:buFont typeface="Courier New" pitchFamily="49" charset="0"/>
        <a:buChar char="o"/>
        <a:defRPr lang="en-US" sz="2100" kern="1200">
          <a:solidFill>
            <a:srgbClr val="595959"/>
          </a:solidFill>
          <a:latin typeface="Arial" pitchFamily="34" charset="0"/>
          <a:ea typeface="MS PGothic" pitchFamily="34" charset="-128"/>
          <a:cs typeface="Arial" pitchFamily="34" charset="0"/>
        </a:defRPr>
      </a:lvl4pPr>
      <a:lvl5pPr marL="1523887" indent="-304776" algn="l" rtl="0" eaLnBrk="1" fontAlgn="base" hangingPunct="1">
        <a:spcBef>
          <a:spcPts val="800"/>
        </a:spcBef>
        <a:spcAft>
          <a:spcPct val="0"/>
        </a:spcAft>
        <a:buFont typeface="Arial" charset="0"/>
        <a:buChar char="»"/>
        <a:defRPr lang="en-US" sz="2100" kern="1200">
          <a:solidFill>
            <a:srgbClr val="595959"/>
          </a:solidFill>
          <a:latin typeface="Arial" pitchFamily="34" charset="0"/>
          <a:ea typeface="MS PGothic" pitchFamily="34" charset="-128"/>
          <a:cs typeface="Arial" pitchFamily="34" charset="0"/>
        </a:defRPr>
      </a:lvl5pPr>
      <a:lvl6pPr marL="335254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104"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65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212"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A2CB9-B5A8-4900-A386-203D8D5C0F2B}" type="slidenum">
              <a:rPr lang="en-US" smtClean="0"/>
              <a:t>‹#›</a:t>
            </a:fld>
            <a:endParaRPr lang="en-US" dirty="0"/>
          </a:p>
        </p:txBody>
      </p:sp>
    </p:spTree>
    <p:extLst>
      <p:ext uri="{BB962C8B-B14F-4D97-AF65-F5344CB8AC3E}">
        <p14:creationId xmlns:p14="http://schemas.microsoft.com/office/powerpoint/2010/main" val="299073203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71" r:id="rId7"/>
    <p:sldLayoutId id="2147483765" r:id="rId8"/>
    <p:sldLayoutId id="2147483766" r:id="rId9"/>
    <p:sldLayoutId id="2147483767" r:id="rId10"/>
    <p:sldLayoutId id="2147483768" r:id="rId11"/>
    <p:sldLayoutId id="2147483769" r:id="rId12"/>
    <p:sldLayoutId id="21474837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ctrTitle"/>
          </p:nvPr>
        </p:nvSpPr>
        <p:spPr>
          <a:xfrm>
            <a:off x="1154955" y="2099733"/>
            <a:ext cx="8825658" cy="2677648"/>
          </a:xfrm>
        </p:spPr>
        <p:txBody>
          <a:bodyPr/>
          <a:lstStyle/>
          <a:p>
            <a:r>
              <a:rPr lang="en-IN" dirty="0">
                <a:solidFill>
                  <a:schemeClr val="bg1"/>
                </a:solidFill>
              </a:rPr>
              <a:t>FUP </a:t>
            </a:r>
            <a:r>
              <a:rPr lang="en-IN" sz="1800" dirty="0">
                <a:solidFill>
                  <a:schemeClr val="bg1"/>
                </a:solidFill>
              </a:rPr>
              <a:t>(</a:t>
            </a:r>
            <a:r>
              <a:rPr lang="en-US" altLang="en-US" sz="1800" dirty="0">
                <a:solidFill>
                  <a:schemeClr val="bg1"/>
                </a:solidFill>
              </a:rPr>
              <a:t>File Utility Program)</a:t>
            </a:r>
            <a:endParaRPr lang="en-IN" sz="1800" dirty="0">
              <a:solidFill>
                <a:schemeClr val="bg1"/>
              </a:solidFill>
            </a:endParaRPr>
          </a:p>
        </p:txBody>
      </p:sp>
      <p:sp>
        <p:nvSpPr>
          <p:cNvPr id="7" name="Subtitle 2"/>
          <p:cNvSpPr txBox="1">
            <a:spLocks/>
          </p:cNvSpPr>
          <p:nvPr/>
        </p:nvSpPr>
        <p:spPr>
          <a:xfrm>
            <a:off x="1154955" y="4777380"/>
            <a:ext cx="8825658" cy="861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bg1"/>
                </a:solidFill>
              </a:rPr>
              <a:t>Version 1.0</a:t>
            </a:r>
          </a:p>
        </p:txBody>
      </p:sp>
    </p:spTree>
    <p:extLst>
      <p:ext uri="{BB962C8B-B14F-4D97-AF65-F5344CB8AC3E}">
        <p14:creationId xmlns:p14="http://schemas.microsoft.com/office/powerpoint/2010/main" val="3481483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IN" b="1" dirty="0">
                <a:solidFill>
                  <a:srgbClr val="1F6AAD"/>
                </a:solidFill>
                <a:ea typeface="Myriad Pro" pitchFamily="34" charset="0"/>
                <a:cs typeface="Arial" pitchFamily="34" charset="0"/>
              </a:rPr>
              <a:t>Restriction on disclosure</a:t>
            </a:r>
            <a:endParaRPr lang="en-US" dirty="0"/>
          </a:p>
        </p:txBody>
      </p:sp>
      <p:sp>
        <p:nvSpPr>
          <p:cNvPr id="3" name="Slide Number Placeholder 2"/>
          <p:cNvSpPr>
            <a:spLocks noGrp="1"/>
          </p:cNvSpPr>
          <p:nvPr>
            <p:ph type="sldNum" sz="quarter" idx="12"/>
          </p:nvPr>
        </p:nvSpPr>
        <p:spPr>
          <a:xfrm>
            <a:off x="5727700" y="6302321"/>
            <a:ext cx="457200" cy="365125"/>
          </a:xfrm>
        </p:spPr>
        <p:txBody>
          <a:bodyPr/>
          <a:lstStyle/>
          <a:p>
            <a:pPr algn="ctr"/>
            <a:fld id="{D53A2CB9-B5A8-4900-A386-203D8D5C0F2B}" type="slidenum">
              <a:rPr lang="en-US" smtClean="0"/>
              <a:pPr algn="ctr"/>
              <a:t>2</a:t>
            </a:fld>
            <a:endParaRPr lang="en-US" dirty="0"/>
          </a:p>
        </p:txBody>
      </p:sp>
      <p:sp>
        <p:nvSpPr>
          <p:cNvPr id="4" name="Rectangle 3"/>
          <p:cNvSpPr/>
          <p:nvPr/>
        </p:nvSpPr>
        <p:spPr>
          <a:xfrm>
            <a:off x="577755" y="1154037"/>
            <a:ext cx="9767248" cy="1526444"/>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sz="1600" dirty="0">
                <a:ln/>
                <a:solidFill>
                  <a:srgbClr val="7030A0"/>
                </a:solidFill>
                <a:latin typeface="Raleway" panose="020B0003030101060003" pitchFamily="34" charset="0"/>
                <a:ea typeface="Calibri" panose="020F0502020204030204" pitchFamily="34" charset="0"/>
                <a:cs typeface="Andalus" panose="02020603050405020304" pitchFamily="18" charset="-78"/>
              </a:rPr>
              <a:t>The information (data) contained in this document constitutes confidential information of Concerto Software and Systems Private Limited. In consideration of receipt of this document, the recipient agrees to maintain such information in confidence. This document shall not be disclosed, used or duplicated, in whole or in part, for any purpose.</a:t>
            </a:r>
            <a:endParaRPr lang="en-US" sz="2800" dirty="0">
              <a:ln/>
              <a:solidFill>
                <a:srgbClr val="7030A0"/>
              </a:solidFill>
              <a:latin typeface="Raleway" panose="020B0003030101060003" pitchFamily="34" charset="0"/>
              <a:cs typeface="Andalus" panose="02020603050405020304" pitchFamily="18" charset="-78"/>
            </a:endParaRPr>
          </a:p>
        </p:txBody>
      </p:sp>
    </p:spTree>
    <p:extLst>
      <p:ext uri="{BB962C8B-B14F-4D97-AF65-F5344CB8AC3E}">
        <p14:creationId xmlns:p14="http://schemas.microsoft.com/office/powerpoint/2010/main" val="3704429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solidFill>
                  <a:srgbClr val="1F6AAD"/>
                </a:solidFill>
                <a:cs typeface="Arial" pitchFamily="34" charset="0"/>
              </a:rPr>
              <a:t>Overview </a:t>
            </a:r>
            <a:endParaRPr lang="en-US" b="1" dirty="0">
              <a:solidFill>
                <a:srgbClr val="1F6AAD"/>
              </a:solidFill>
              <a:cs typeface="Arial" pitchFamily="34" charset="0"/>
            </a:endParaRPr>
          </a:p>
        </p:txBody>
      </p:sp>
      <p:sp>
        <p:nvSpPr>
          <p:cNvPr id="3" name="Slide Number Placeholder 2"/>
          <p:cNvSpPr>
            <a:spLocks noGrp="1"/>
          </p:cNvSpPr>
          <p:nvPr>
            <p:ph type="sldNum" sz="quarter" idx="12"/>
          </p:nvPr>
        </p:nvSpPr>
        <p:spPr/>
        <p:txBody>
          <a:bodyPr vert="horz" lIns="91440" tIns="45720" rIns="91440" bIns="45720" rtlCol="0" anchor="ctr"/>
          <a:lstStyle/>
          <a:p>
            <a:pPr algn="ctr"/>
            <a:fld id="{D53A2CB9-B5A8-4900-A386-203D8D5C0F2B}" type="slidenum">
              <a:rPr lang="en-US"/>
              <a:pPr algn="ctr"/>
              <a:t>3</a:t>
            </a:fld>
            <a:endParaRPr lang="en-US" dirty="0"/>
          </a:p>
        </p:txBody>
      </p:sp>
      <p:sp>
        <p:nvSpPr>
          <p:cNvPr id="6" name="Content Placeholder 2"/>
          <p:cNvSpPr txBox="1">
            <a:spLocks/>
          </p:cNvSpPr>
          <p:nvPr/>
        </p:nvSpPr>
        <p:spPr>
          <a:xfrm>
            <a:off x="683490" y="1485922"/>
            <a:ext cx="10695709" cy="37049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600" dirty="0">
                <a:latin typeface="Raleway" panose="020B0003030101060003"/>
              </a:rPr>
              <a:t>Manage disk files, non-disk devices and processes</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Create files</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Modify file attributes</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Copy file data</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Command line help</a:t>
            </a:r>
          </a:p>
          <a:p>
            <a:pPr marL="457200" lvl="1" indent="0">
              <a:lnSpc>
                <a:spcPct val="100000"/>
              </a:lnSpc>
              <a:spcBef>
                <a:spcPts val="525"/>
              </a:spcBef>
              <a:buClr>
                <a:srgbClr val="FFFFFF"/>
              </a:buClr>
              <a:buSzPct val="90000"/>
              <a:buNone/>
            </a:pPr>
            <a:endParaRPr lang="en-AU" altLang="en-US" dirty="0"/>
          </a:p>
        </p:txBody>
      </p:sp>
    </p:spTree>
    <p:extLst>
      <p:ext uri="{BB962C8B-B14F-4D97-AF65-F5344CB8AC3E}">
        <p14:creationId xmlns:p14="http://schemas.microsoft.com/office/powerpoint/2010/main" val="2388997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File Creation</a:t>
            </a:r>
            <a:r>
              <a:rPr lang="en-US" altLang="zh-CN" b="1" dirty="0">
                <a:solidFill>
                  <a:srgbClr val="1F6AAD"/>
                </a:solidFill>
                <a:cs typeface="Arial" pitchFamily="34" charset="0"/>
              </a:rPr>
              <a:t> </a:t>
            </a:r>
            <a:endParaRPr lang="en-US" b="1" dirty="0">
              <a:solidFill>
                <a:srgbClr val="1F6AAD"/>
              </a:solidFill>
              <a:cs typeface="Arial" pitchFamily="34" charset="0"/>
            </a:endParaRPr>
          </a:p>
        </p:txBody>
      </p:sp>
      <p:sp>
        <p:nvSpPr>
          <p:cNvPr id="25" name="Line 80">
            <a:extLst>
              <a:ext uri="{FF2B5EF4-FFF2-40B4-BE49-F238E27FC236}">
                <a16:creationId xmlns:a16="http://schemas.microsoft.com/office/drawing/2014/main" id="{48F90F0B-F010-4A04-864C-0223D0B32AB8}"/>
              </a:ext>
            </a:extLst>
          </p:cNvPr>
          <p:cNvSpPr>
            <a:spLocks noChangeShapeType="1"/>
          </p:cNvSpPr>
          <p:nvPr/>
        </p:nvSpPr>
        <p:spPr bwMode="auto">
          <a:xfrm>
            <a:off x="16929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6" name="Line 81">
            <a:extLst>
              <a:ext uri="{FF2B5EF4-FFF2-40B4-BE49-F238E27FC236}">
                <a16:creationId xmlns:a16="http://schemas.microsoft.com/office/drawing/2014/main" id="{02DF435A-34E6-4B16-9EBB-90DA5B36E819}"/>
              </a:ext>
            </a:extLst>
          </p:cNvPr>
          <p:cNvSpPr>
            <a:spLocks noChangeShapeType="1"/>
          </p:cNvSpPr>
          <p:nvPr/>
        </p:nvSpPr>
        <p:spPr bwMode="auto">
          <a:xfrm>
            <a:off x="44361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7" name="Line 82">
            <a:extLst>
              <a:ext uri="{FF2B5EF4-FFF2-40B4-BE49-F238E27FC236}">
                <a16:creationId xmlns:a16="http://schemas.microsoft.com/office/drawing/2014/main" id="{2E231ACD-A043-44D9-B8F1-FFDFEAC8B77D}"/>
              </a:ext>
            </a:extLst>
          </p:cNvPr>
          <p:cNvSpPr>
            <a:spLocks noChangeShapeType="1"/>
          </p:cNvSpPr>
          <p:nvPr/>
        </p:nvSpPr>
        <p:spPr bwMode="auto">
          <a:xfrm>
            <a:off x="49695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8" name="Line 83">
            <a:extLst>
              <a:ext uri="{FF2B5EF4-FFF2-40B4-BE49-F238E27FC236}">
                <a16:creationId xmlns:a16="http://schemas.microsoft.com/office/drawing/2014/main" id="{29E8AE07-A557-4F5D-9C52-8D39D4E4F875}"/>
              </a:ext>
            </a:extLst>
          </p:cNvPr>
          <p:cNvSpPr>
            <a:spLocks noChangeShapeType="1"/>
          </p:cNvSpPr>
          <p:nvPr/>
        </p:nvSpPr>
        <p:spPr bwMode="auto">
          <a:xfrm>
            <a:off x="67983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9" name="Line 84">
            <a:extLst>
              <a:ext uri="{FF2B5EF4-FFF2-40B4-BE49-F238E27FC236}">
                <a16:creationId xmlns:a16="http://schemas.microsoft.com/office/drawing/2014/main" id="{F804398E-8B3D-4308-8724-DD75451E81FD}"/>
              </a:ext>
            </a:extLst>
          </p:cNvPr>
          <p:cNvSpPr>
            <a:spLocks noChangeShapeType="1"/>
          </p:cNvSpPr>
          <p:nvPr/>
        </p:nvSpPr>
        <p:spPr bwMode="auto">
          <a:xfrm>
            <a:off x="87033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45" name="Slide Number Placeholder 2">
            <a:extLst>
              <a:ext uri="{FF2B5EF4-FFF2-40B4-BE49-F238E27FC236}">
                <a16:creationId xmlns:a16="http://schemas.microsoft.com/office/drawing/2014/main" id="{83121BB3-E6FE-4A5D-B0B1-888474998B0C}"/>
              </a:ext>
            </a:extLst>
          </p:cNvPr>
          <p:cNvSpPr>
            <a:spLocks noGrp="1"/>
          </p:cNvSpPr>
          <p:nvPr>
            <p:ph type="sldNum" sz="quarter" idx="12"/>
          </p:nvPr>
        </p:nvSpPr>
        <p:spPr>
          <a:xfrm>
            <a:off x="5727700" y="6302321"/>
            <a:ext cx="457200" cy="365125"/>
          </a:xfrm>
        </p:spPr>
        <p:txBody>
          <a:bodyPr vert="horz" lIns="91440" tIns="45720" rIns="91440" bIns="45720" rtlCol="0" anchor="ctr"/>
          <a:lstStyle/>
          <a:p>
            <a:pPr algn="ctr"/>
            <a:fld id="{D53A2CB9-B5A8-4900-A386-203D8D5C0F2B}" type="slidenum">
              <a:rPr lang="en-US"/>
              <a:pPr algn="ctr"/>
              <a:t>4</a:t>
            </a:fld>
            <a:endParaRPr lang="en-US" dirty="0"/>
          </a:p>
        </p:txBody>
      </p:sp>
      <p:sp>
        <p:nvSpPr>
          <p:cNvPr id="10" name="Rectangle 3">
            <a:extLst>
              <a:ext uri="{FF2B5EF4-FFF2-40B4-BE49-F238E27FC236}">
                <a16:creationId xmlns:a16="http://schemas.microsoft.com/office/drawing/2014/main" id="{6FA0772F-97D7-42FF-A559-F0B2545645DA}"/>
              </a:ext>
            </a:extLst>
          </p:cNvPr>
          <p:cNvSpPr txBox="1">
            <a:spLocks noChangeArrowheads="1"/>
          </p:cNvSpPr>
          <p:nvPr/>
        </p:nvSpPr>
        <p:spPr>
          <a:xfrm>
            <a:off x="740465" y="1371600"/>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Commands</a:t>
            </a:r>
          </a:p>
          <a:p>
            <a:pPr lvl="1">
              <a:lnSpc>
                <a:spcPct val="70000"/>
              </a:lnSpc>
            </a:pPr>
            <a:r>
              <a:rPr lang="en-US" altLang="en-US" sz="1600" dirty="0">
                <a:latin typeface="Raleway" panose="020B0003030101060003"/>
              </a:rPr>
              <a:t>SET file attributes</a:t>
            </a:r>
          </a:p>
          <a:p>
            <a:pPr lvl="2">
              <a:lnSpc>
                <a:spcPct val="70000"/>
              </a:lnSpc>
            </a:pPr>
            <a:r>
              <a:rPr lang="en-US" altLang="en-US" sz="1600" dirty="0">
                <a:latin typeface="Raleway" panose="020B0003030101060003"/>
              </a:rPr>
              <a:t>TYPE                (File Type)</a:t>
            </a:r>
          </a:p>
          <a:p>
            <a:pPr lvl="2">
              <a:lnSpc>
                <a:spcPct val="70000"/>
              </a:lnSpc>
            </a:pPr>
            <a:r>
              <a:rPr lang="en-US" altLang="en-US" sz="1600" dirty="0">
                <a:latin typeface="Raleway" panose="020B0003030101060003"/>
              </a:rPr>
              <a:t>REC                  (Record Length)</a:t>
            </a:r>
          </a:p>
          <a:p>
            <a:pPr lvl="2">
              <a:lnSpc>
                <a:spcPct val="70000"/>
              </a:lnSpc>
            </a:pPr>
            <a:r>
              <a:rPr lang="en-US" altLang="en-US" sz="1600" dirty="0">
                <a:latin typeface="Raleway" panose="020B0003030101060003"/>
              </a:rPr>
              <a:t>KEYLEN           (Key length)</a:t>
            </a:r>
          </a:p>
          <a:p>
            <a:pPr lvl="2">
              <a:lnSpc>
                <a:spcPct val="70000"/>
              </a:lnSpc>
            </a:pPr>
            <a:r>
              <a:rPr lang="en-US" altLang="en-US" sz="1600" dirty="0">
                <a:latin typeface="Raleway" panose="020B0003030101060003"/>
              </a:rPr>
              <a:t>KEYOFF           (Key Offset)</a:t>
            </a:r>
          </a:p>
          <a:p>
            <a:pPr lvl="2">
              <a:lnSpc>
                <a:spcPct val="70000"/>
              </a:lnSpc>
            </a:pPr>
            <a:r>
              <a:rPr lang="en-US" altLang="en-US" sz="1600" dirty="0">
                <a:latin typeface="Raleway" panose="020B0003030101060003"/>
              </a:rPr>
              <a:t>ALTKEY            (Alternate Key specification)</a:t>
            </a:r>
          </a:p>
          <a:p>
            <a:pPr lvl="2">
              <a:lnSpc>
                <a:spcPct val="70000"/>
              </a:lnSpc>
            </a:pPr>
            <a:r>
              <a:rPr lang="en-US" altLang="en-US" sz="1600" dirty="0">
                <a:latin typeface="Raleway" panose="020B0003030101060003"/>
              </a:rPr>
              <a:t>ALTFILE            (Alternate key file)</a:t>
            </a:r>
          </a:p>
          <a:p>
            <a:pPr lvl="2">
              <a:lnSpc>
                <a:spcPct val="70000"/>
              </a:lnSpc>
            </a:pPr>
            <a:r>
              <a:rPr lang="en-US" altLang="en-US" sz="1600" dirty="0">
                <a:latin typeface="Raleway" panose="020B0003030101060003"/>
              </a:rPr>
              <a:t>AUDIT               (Auditing on file)</a:t>
            </a:r>
          </a:p>
          <a:p>
            <a:pPr lvl="2">
              <a:lnSpc>
                <a:spcPct val="70000"/>
              </a:lnSpc>
            </a:pPr>
            <a:r>
              <a:rPr lang="en-US" altLang="en-US" sz="1600" dirty="0">
                <a:latin typeface="Raleway" panose="020B0003030101060003"/>
              </a:rPr>
              <a:t>EXT                   (Set the extents)</a:t>
            </a:r>
          </a:p>
          <a:p>
            <a:pPr lvl="2">
              <a:lnSpc>
                <a:spcPct val="70000"/>
              </a:lnSpc>
            </a:pPr>
            <a:r>
              <a:rPr lang="en-US" altLang="en-US" sz="1600" dirty="0">
                <a:latin typeface="Raleway" panose="020B0003030101060003"/>
              </a:rPr>
              <a:t>MAXEXTENTS (Maximum number of extents)</a:t>
            </a:r>
          </a:p>
          <a:p>
            <a:pPr lvl="2">
              <a:lnSpc>
                <a:spcPct val="70000"/>
              </a:lnSpc>
            </a:pPr>
            <a:r>
              <a:rPr lang="en-US" altLang="en-US" sz="1600" dirty="0">
                <a:latin typeface="Raleway" panose="020B0003030101060003"/>
              </a:rPr>
              <a:t>PART                (Partitioning information)</a:t>
            </a:r>
          </a:p>
          <a:p>
            <a:pPr lvl="1">
              <a:lnSpc>
                <a:spcPct val="70000"/>
              </a:lnSpc>
            </a:pPr>
            <a:r>
              <a:rPr lang="en-US" altLang="en-US" sz="1600" dirty="0">
                <a:latin typeface="Raleway" panose="020B0003030101060003"/>
              </a:rPr>
              <a:t>CREATE (Create the file)</a:t>
            </a:r>
          </a:p>
        </p:txBody>
      </p:sp>
    </p:spTree>
    <p:extLst>
      <p:ext uri="{BB962C8B-B14F-4D97-AF65-F5344CB8AC3E}">
        <p14:creationId xmlns:p14="http://schemas.microsoft.com/office/powerpoint/2010/main" val="2577290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5</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Modifying file attributes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6" name="Rectangle 3">
            <a:extLst>
              <a:ext uri="{FF2B5EF4-FFF2-40B4-BE49-F238E27FC236}">
                <a16:creationId xmlns:a16="http://schemas.microsoft.com/office/drawing/2014/main" id="{DDDACB17-AEEC-46F9-91CA-FAAA6677B05F}"/>
              </a:ext>
            </a:extLst>
          </p:cNvPr>
          <p:cNvSpPr txBox="1">
            <a:spLocks noChangeArrowheads="1"/>
          </p:cNvSpPr>
          <p:nvPr/>
        </p:nvSpPr>
        <p:spPr>
          <a:xfrm>
            <a:off x="457200" y="1479569"/>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ALTER </a:t>
            </a:r>
            <a:r>
              <a:rPr lang="en-US" altLang="en-US" sz="1600" i="1" dirty="0">
                <a:latin typeface="Raleway" panose="020B0003030101060003"/>
              </a:rPr>
              <a:t>&lt;filename&gt;, &lt;attribute&gt;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Can change the maximum number of extents</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Can change the auditing information</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Modification takes place immediately</a:t>
            </a:r>
          </a:p>
        </p:txBody>
      </p:sp>
    </p:spTree>
    <p:extLst>
      <p:ext uri="{BB962C8B-B14F-4D97-AF65-F5344CB8AC3E}">
        <p14:creationId xmlns:p14="http://schemas.microsoft.com/office/powerpoint/2010/main" val="114587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6</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Copy File</a:t>
            </a:r>
            <a:r>
              <a:rPr lang="en-US" altLang="zh-CN" b="1" dirty="0">
                <a:solidFill>
                  <a:srgbClr val="1F6AAD"/>
                </a:solidFill>
                <a:cs typeface="Arial" pitchFamily="34" charset="0"/>
              </a:rPr>
              <a:t> </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90AB713C-D13C-4830-B253-A202A18E42AA}"/>
              </a:ext>
            </a:extLst>
          </p:cNvPr>
          <p:cNvSpPr txBox="1">
            <a:spLocks noChangeArrowheads="1"/>
          </p:cNvSpPr>
          <p:nvPr/>
        </p:nvSpPr>
        <p:spPr>
          <a:xfrm>
            <a:off x="457200" y="1405947"/>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a:lnSpc>
                <a:spcPct val="70000"/>
              </a:lnSpc>
            </a:pPr>
            <a:endParaRPr lang="en-US" altLang="en-US" sz="1600" dirty="0">
              <a:latin typeface="Raleway" panose="020B0003030101060003"/>
            </a:endParaRPr>
          </a:p>
          <a:p>
            <a:pPr marL="457200" lvl="1" indent="0">
              <a:lnSpc>
                <a:spcPct val="70000"/>
              </a:lnSpc>
              <a:buNone/>
            </a:pPr>
            <a:r>
              <a:rPr lang="en-US" altLang="en-US" sz="1600" dirty="0">
                <a:latin typeface="Raleway" panose="020B0003030101060003"/>
              </a:rPr>
              <a:t>- COPY </a:t>
            </a:r>
            <a:r>
              <a:rPr lang="en-US" altLang="en-US" sz="1600" i="1" dirty="0">
                <a:latin typeface="Raleway" panose="020B0003030101060003"/>
              </a:rPr>
              <a:t>&lt;source-file&gt;</a:t>
            </a:r>
            <a:r>
              <a:rPr lang="en-US" altLang="en-US" sz="1600" dirty="0">
                <a:latin typeface="Raleway" panose="020B0003030101060003"/>
              </a:rPr>
              <a:t>, </a:t>
            </a:r>
            <a:r>
              <a:rPr lang="en-US" altLang="en-US" sz="1600" i="1" dirty="0">
                <a:latin typeface="Raleway" panose="020B0003030101060003"/>
              </a:rPr>
              <a:t>&lt;destination-file&gt;</a:t>
            </a:r>
            <a:r>
              <a:rPr lang="en-US" altLang="en-US" sz="1600" dirty="0">
                <a:latin typeface="Raleway" panose="020B0003030101060003"/>
              </a:rPr>
              <a:t>, </a:t>
            </a:r>
            <a:r>
              <a:rPr lang="en-US" altLang="en-US" sz="1600" i="1" dirty="0">
                <a:latin typeface="Raleway" panose="020B0003030101060003"/>
              </a:rPr>
              <a:t>&lt;options&gt;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Copies data from one file to another</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Copies even from open files</a:t>
            </a:r>
          </a:p>
        </p:txBody>
      </p:sp>
    </p:spTree>
    <p:extLst>
      <p:ext uri="{BB962C8B-B14F-4D97-AF65-F5344CB8AC3E}">
        <p14:creationId xmlns:p14="http://schemas.microsoft.com/office/powerpoint/2010/main" val="374785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7</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Duplicate File</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D320931F-DC64-4EBA-A86C-9D9195DDDF41}"/>
              </a:ext>
            </a:extLst>
          </p:cNvPr>
          <p:cNvSpPr txBox="1">
            <a:spLocks noChangeArrowheads="1"/>
          </p:cNvSpPr>
          <p:nvPr/>
        </p:nvSpPr>
        <p:spPr>
          <a:xfrm>
            <a:off x="457200" y="1569067"/>
            <a:ext cx="85344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a:lnSpc>
                <a:spcPct val="70000"/>
              </a:lnSpc>
            </a:pPr>
            <a:endParaRPr lang="en-US" altLang="en-US" sz="1600" dirty="0">
              <a:latin typeface="Raleway" panose="020B0003030101060003"/>
            </a:endParaRPr>
          </a:p>
          <a:p>
            <a:pPr marL="457200" lvl="1" indent="0">
              <a:lnSpc>
                <a:spcPct val="70000"/>
              </a:lnSpc>
              <a:buNone/>
            </a:pPr>
            <a:r>
              <a:rPr lang="en-US" altLang="en-US" sz="1600" dirty="0">
                <a:latin typeface="Raleway" panose="020B0003030101060003"/>
              </a:rPr>
              <a:t>- DUP </a:t>
            </a:r>
            <a:r>
              <a:rPr lang="en-US" altLang="en-US" sz="1600" i="1" dirty="0">
                <a:latin typeface="Raleway" panose="020B0003030101060003"/>
              </a:rPr>
              <a:t>&lt;source-file&gt;</a:t>
            </a:r>
            <a:r>
              <a:rPr lang="en-US" altLang="en-US" sz="1600" dirty="0">
                <a:latin typeface="Raleway" panose="020B0003030101060003"/>
              </a:rPr>
              <a:t>, </a:t>
            </a:r>
            <a:r>
              <a:rPr lang="en-US" altLang="en-US" sz="1600" i="1" dirty="0">
                <a:latin typeface="Raleway" panose="020B0003030101060003"/>
              </a:rPr>
              <a:t>&lt;destination-file&gt;</a:t>
            </a:r>
            <a:r>
              <a:rPr lang="en-US" altLang="en-US" sz="1600" dirty="0">
                <a:latin typeface="Raleway" panose="020B0003030101060003"/>
              </a:rPr>
              <a:t>, </a:t>
            </a:r>
            <a:r>
              <a:rPr lang="en-US" altLang="en-US" sz="1600" i="1" dirty="0">
                <a:latin typeface="Raleway" panose="020B0003030101060003"/>
              </a:rPr>
              <a:t>&lt;options&gt;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Creates a copy of source file</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Source file must not be opened by any process</a:t>
            </a:r>
          </a:p>
        </p:txBody>
      </p:sp>
    </p:spTree>
    <p:extLst>
      <p:ext uri="{BB962C8B-B14F-4D97-AF65-F5344CB8AC3E}">
        <p14:creationId xmlns:p14="http://schemas.microsoft.com/office/powerpoint/2010/main" val="41269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8</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Delete Files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205408" y="1171521"/>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10" name="Rectangle 3">
            <a:extLst>
              <a:ext uri="{FF2B5EF4-FFF2-40B4-BE49-F238E27FC236}">
                <a16:creationId xmlns:a16="http://schemas.microsoft.com/office/drawing/2014/main" id="{EF52617D-406B-44CB-B904-682190CF105A}"/>
              </a:ext>
            </a:extLst>
          </p:cNvPr>
          <p:cNvSpPr txBox="1">
            <a:spLocks noChangeArrowheads="1"/>
          </p:cNvSpPr>
          <p:nvPr/>
        </p:nvSpPr>
        <p:spPr>
          <a:xfrm>
            <a:off x="457200" y="1390072"/>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marL="457200" lvl="1" indent="0">
              <a:lnSpc>
                <a:spcPct val="70000"/>
              </a:lnSpc>
              <a:buNone/>
            </a:pPr>
            <a:r>
              <a:rPr lang="en-US" altLang="en-US" sz="1600" dirty="0">
                <a:latin typeface="Raleway" panose="020B0003030101060003"/>
              </a:rPr>
              <a:t>- PURGE </a:t>
            </a:r>
            <a:r>
              <a:rPr lang="en-US" altLang="en-US" sz="1600" i="1" dirty="0">
                <a:latin typeface="Raleway" panose="020B0003030101060003"/>
              </a:rPr>
              <a:t>&lt;file&gt;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Deletes the file</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File must not be opened by any process</a:t>
            </a:r>
          </a:p>
        </p:txBody>
      </p:sp>
    </p:spTree>
    <p:extLst>
      <p:ext uri="{BB962C8B-B14F-4D97-AF65-F5344CB8AC3E}">
        <p14:creationId xmlns:p14="http://schemas.microsoft.com/office/powerpoint/2010/main" val="52704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9</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File Information</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B46E69BB-9ACB-4210-A41D-1F40E1A63501}"/>
              </a:ext>
            </a:extLst>
          </p:cNvPr>
          <p:cNvSpPr txBox="1">
            <a:spLocks noChangeArrowheads="1"/>
          </p:cNvSpPr>
          <p:nvPr/>
        </p:nvSpPr>
        <p:spPr>
          <a:xfrm>
            <a:off x="457200" y="1353128"/>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INFO *</a:t>
            </a:r>
          </a:p>
          <a:p>
            <a:pPr lvl="1">
              <a:lnSpc>
                <a:spcPct val="70000"/>
              </a:lnSpc>
            </a:pPr>
            <a:r>
              <a:rPr lang="en-US" altLang="en-US" sz="1600" dirty="0">
                <a:latin typeface="Raleway" panose="020B0003030101060003"/>
              </a:rPr>
              <a:t>Lists all files in </a:t>
            </a:r>
            <a:r>
              <a:rPr lang="en-US" altLang="en-US" sz="1600" dirty="0" err="1">
                <a:latin typeface="Raleway" panose="020B0003030101060003"/>
              </a:rPr>
              <a:t>subvolume</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INFO </a:t>
            </a:r>
            <a:r>
              <a:rPr lang="en-US" altLang="en-US" sz="1600" i="1" dirty="0">
                <a:latin typeface="Raleway" panose="020B0003030101060003"/>
              </a:rPr>
              <a:t>&lt;filename&gt;</a:t>
            </a:r>
            <a:r>
              <a:rPr lang="en-US" altLang="en-US" sz="1600" dirty="0">
                <a:latin typeface="Raleway" panose="020B0003030101060003"/>
              </a:rPr>
              <a:t>, STAT</a:t>
            </a:r>
          </a:p>
          <a:p>
            <a:pPr lvl="1">
              <a:lnSpc>
                <a:spcPct val="70000"/>
              </a:lnSpc>
            </a:pPr>
            <a:r>
              <a:rPr lang="en-US" altLang="en-US" sz="1600" dirty="0">
                <a:latin typeface="Raleway" panose="020B0003030101060003"/>
              </a:rPr>
              <a:t>Detail information about file</a:t>
            </a:r>
          </a:p>
          <a:p>
            <a:pPr lvl="1">
              <a:lnSpc>
                <a:spcPct val="70000"/>
              </a:lnSpc>
            </a:pPr>
            <a:r>
              <a:rPr lang="en-US" altLang="en-US" sz="1600" dirty="0">
                <a:latin typeface="Raleway" panose="020B0003030101060003"/>
              </a:rPr>
              <a:t>Number of records in file</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INFO </a:t>
            </a:r>
            <a:r>
              <a:rPr lang="en-US" altLang="en-US" sz="1600" i="1" dirty="0">
                <a:latin typeface="Raleway" panose="020B0003030101060003"/>
              </a:rPr>
              <a:t>&lt;filename&gt;</a:t>
            </a:r>
            <a:r>
              <a:rPr lang="en-US" altLang="en-US" sz="1600" dirty="0">
                <a:latin typeface="Raleway" panose="020B0003030101060003"/>
              </a:rPr>
              <a:t>, EXTENTS</a:t>
            </a:r>
          </a:p>
          <a:p>
            <a:pPr lvl="1">
              <a:lnSpc>
                <a:spcPct val="70000"/>
              </a:lnSpc>
            </a:pPr>
            <a:r>
              <a:rPr lang="en-US" altLang="en-US" sz="1600" dirty="0">
                <a:latin typeface="Raleway" panose="020B0003030101060003"/>
              </a:rPr>
              <a:t>Lists all the extents used</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INFO </a:t>
            </a:r>
            <a:r>
              <a:rPr lang="en-US" altLang="en-US" sz="1600" i="1" dirty="0">
                <a:latin typeface="Raleway" panose="020B0003030101060003"/>
              </a:rPr>
              <a:t>&lt;filename&gt;</a:t>
            </a:r>
            <a:r>
              <a:rPr lang="en-US" altLang="en-US" sz="1600" dirty="0">
                <a:latin typeface="Raleway" panose="020B0003030101060003"/>
              </a:rPr>
              <a:t>, DETAIL</a:t>
            </a:r>
          </a:p>
          <a:p>
            <a:pPr lvl="1">
              <a:lnSpc>
                <a:spcPct val="70000"/>
              </a:lnSpc>
            </a:pPr>
            <a:r>
              <a:rPr lang="en-US" altLang="en-US" sz="1600" dirty="0">
                <a:latin typeface="Raleway" panose="020B0003030101060003"/>
              </a:rPr>
              <a:t>Displays file information except record information</a:t>
            </a:r>
          </a:p>
        </p:txBody>
      </p:sp>
    </p:spTree>
    <p:extLst>
      <p:ext uri="{BB962C8B-B14F-4D97-AF65-F5344CB8AC3E}">
        <p14:creationId xmlns:p14="http://schemas.microsoft.com/office/powerpoint/2010/main" val="49935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10</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Security</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9" name="Rectangle 3">
            <a:extLst>
              <a:ext uri="{FF2B5EF4-FFF2-40B4-BE49-F238E27FC236}">
                <a16:creationId xmlns:a16="http://schemas.microsoft.com/office/drawing/2014/main" id="{4CD5317E-355F-43F4-91E8-8A6160F8DD60}"/>
              </a:ext>
            </a:extLst>
          </p:cNvPr>
          <p:cNvSpPr txBox="1">
            <a:spLocks noChangeArrowheads="1"/>
          </p:cNvSpPr>
          <p:nvPr/>
        </p:nvSpPr>
        <p:spPr>
          <a:xfrm>
            <a:off x="337930" y="1390072"/>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Four types of Security</a:t>
            </a:r>
          </a:p>
          <a:p>
            <a:pPr lvl="1">
              <a:lnSpc>
                <a:spcPct val="70000"/>
              </a:lnSpc>
            </a:pPr>
            <a:r>
              <a:rPr lang="en-US" altLang="en-US" sz="1600" dirty="0">
                <a:latin typeface="Raleway" panose="020B0003030101060003"/>
              </a:rPr>
              <a:t>Read, Write, Execute, Purge</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SECURE </a:t>
            </a:r>
            <a:r>
              <a:rPr lang="en-US" altLang="en-US" sz="1600" i="1" dirty="0">
                <a:latin typeface="Raleway" panose="020B0003030101060003"/>
              </a:rPr>
              <a:t>&lt;filename&gt;</a:t>
            </a:r>
            <a:r>
              <a:rPr lang="en-US" altLang="en-US" sz="1600" dirty="0">
                <a:latin typeface="Raleway" panose="020B0003030101060003"/>
              </a:rPr>
              <a:t>, </a:t>
            </a:r>
            <a:r>
              <a:rPr lang="en-US" altLang="en-US" sz="1600" i="1" dirty="0">
                <a:latin typeface="Raleway" panose="020B0003030101060003"/>
              </a:rPr>
              <a:t>&lt;security&gt;</a:t>
            </a:r>
          </a:p>
        </p:txBody>
      </p:sp>
    </p:spTree>
    <p:extLst>
      <p:ext uri="{BB962C8B-B14F-4D97-AF65-F5344CB8AC3E}">
        <p14:creationId xmlns:p14="http://schemas.microsoft.com/office/powerpoint/2010/main" val="145992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11</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LISTOPENS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0" y="1171521"/>
            <a:ext cx="6665790" cy="3935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3B91A1AA-1FD3-4DCD-B6C7-270B3E480F0A}"/>
              </a:ext>
            </a:extLst>
          </p:cNvPr>
          <p:cNvSpPr txBox="1">
            <a:spLocks noChangeArrowheads="1"/>
          </p:cNvSpPr>
          <p:nvPr/>
        </p:nvSpPr>
        <p:spPr>
          <a:xfrm>
            <a:off x="457200" y="1390072"/>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LISTOPENS </a:t>
            </a:r>
            <a:r>
              <a:rPr lang="en-US" altLang="en-US" sz="1600" i="1" dirty="0">
                <a:latin typeface="Raleway" panose="020B0003030101060003"/>
              </a:rPr>
              <a:t>&lt;filename&gt;</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Lists all processes which have opened the file</a:t>
            </a:r>
          </a:p>
        </p:txBody>
      </p:sp>
    </p:spTree>
    <p:extLst>
      <p:ext uri="{BB962C8B-B14F-4D97-AF65-F5344CB8AC3E}">
        <p14:creationId xmlns:p14="http://schemas.microsoft.com/office/powerpoint/2010/main" val="213843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12</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Volumes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340943" y="-663266"/>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5E586891-E1B5-4DC4-8EB9-A59396075F1A}"/>
              </a:ext>
            </a:extLst>
          </p:cNvPr>
          <p:cNvSpPr txBox="1">
            <a:spLocks noChangeArrowheads="1"/>
          </p:cNvSpPr>
          <p:nvPr/>
        </p:nvSpPr>
        <p:spPr>
          <a:xfrm>
            <a:off x="556591" y="1569067"/>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VOLS </a:t>
            </a:r>
            <a:r>
              <a:rPr lang="en-US" altLang="en-US" sz="1600" i="1" dirty="0">
                <a:latin typeface="Raleway" panose="020B0003030101060003"/>
              </a:rPr>
              <a:t>&lt;system-name&gt;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Lists all the volumes in the system</a:t>
            </a:r>
          </a:p>
        </p:txBody>
      </p:sp>
    </p:spTree>
    <p:extLst>
      <p:ext uri="{BB962C8B-B14F-4D97-AF65-F5344CB8AC3E}">
        <p14:creationId xmlns:p14="http://schemas.microsoft.com/office/powerpoint/2010/main" val="273449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13</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err="1">
                <a:solidFill>
                  <a:srgbClr val="1F6AAD"/>
                </a:solidFill>
                <a:cs typeface="Arial" pitchFamily="34" charset="0"/>
              </a:rPr>
              <a:t>Subvolumes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92765" y="-210240"/>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F9684298-49E0-4918-A956-30737ADA8687}"/>
              </a:ext>
            </a:extLst>
          </p:cNvPr>
          <p:cNvSpPr txBox="1">
            <a:spLocks noChangeArrowheads="1"/>
          </p:cNvSpPr>
          <p:nvPr/>
        </p:nvSpPr>
        <p:spPr>
          <a:xfrm>
            <a:off x="457200" y="1479569"/>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SUBVOLS </a:t>
            </a:r>
            <a:r>
              <a:rPr lang="en-US" altLang="en-US" sz="1600" i="1" dirty="0">
                <a:latin typeface="Raleway" panose="020B0003030101060003"/>
              </a:rPr>
              <a:t>&lt;volume-name&gt;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Lists all the </a:t>
            </a:r>
            <a:r>
              <a:rPr lang="en-US" altLang="en-US" sz="1600" dirty="0" err="1">
                <a:latin typeface="Raleway" panose="020B0003030101060003"/>
              </a:rPr>
              <a:t>subvolumes</a:t>
            </a:r>
            <a:r>
              <a:rPr lang="en-US" altLang="en-US" sz="1600" dirty="0">
                <a:latin typeface="Raleway" panose="020B0003030101060003"/>
              </a:rPr>
              <a:t> present in the volume</a:t>
            </a:r>
          </a:p>
        </p:txBody>
      </p:sp>
    </p:spTree>
    <p:extLst>
      <p:ext uri="{BB962C8B-B14F-4D97-AF65-F5344CB8AC3E}">
        <p14:creationId xmlns:p14="http://schemas.microsoft.com/office/powerpoint/2010/main" val="44382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14</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Recall Commands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a16="http://schemas.microsoft.com/office/drawing/2014/main" id="{737A5A07-DB2A-44B5-A663-31D042FFF0AC}"/>
              </a:ext>
            </a:extLst>
          </p:cNvPr>
          <p:cNvSpPr txBox="1">
            <a:spLocks noChangeArrowheads="1"/>
          </p:cNvSpPr>
          <p:nvPr/>
        </p:nvSpPr>
        <p:spPr>
          <a:xfrm>
            <a:off x="457200" y="1353128"/>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FC </a:t>
            </a:r>
            <a:r>
              <a:rPr lang="en-US" altLang="en-US" sz="1600" i="1" dirty="0">
                <a:latin typeface="Raleway" panose="020B0003030101060003"/>
              </a:rPr>
              <a:t>&lt;string&gt;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Recalls previous command starting with </a:t>
            </a:r>
            <a:r>
              <a:rPr lang="en-US" altLang="en-US" sz="1600" i="1" dirty="0">
                <a:latin typeface="Raleway" panose="020B0003030101060003"/>
              </a:rPr>
              <a:t>&lt;string&gt;</a:t>
            </a:r>
          </a:p>
        </p:txBody>
      </p:sp>
    </p:spTree>
    <p:extLst>
      <p:ext uri="{BB962C8B-B14F-4D97-AF65-F5344CB8AC3E}">
        <p14:creationId xmlns:p14="http://schemas.microsoft.com/office/powerpoint/2010/main" val="54054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15</a:t>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itchFamily="34" charset="0"/>
              </a:rPr>
              <a:t>Changing Volume</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10" name="Rectangle 3">
            <a:extLst>
              <a:ext uri="{FF2B5EF4-FFF2-40B4-BE49-F238E27FC236}">
                <a16:creationId xmlns:a16="http://schemas.microsoft.com/office/drawing/2014/main" id="{0482CEB0-64D7-4BAC-AF34-5D528BB6F5A7}"/>
              </a:ext>
            </a:extLst>
          </p:cNvPr>
          <p:cNvSpPr txBox="1">
            <a:spLocks noChangeArrowheads="1"/>
          </p:cNvSpPr>
          <p:nvPr/>
        </p:nvSpPr>
        <p:spPr>
          <a:xfrm>
            <a:off x="457200" y="1353128"/>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p>
          <a:p>
            <a:pPr lvl="1">
              <a:lnSpc>
                <a:spcPct val="70000"/>
              </a:lnSpc>
            </a:pPr>
            <a:r>
              <a:rPr lang="en-US" altLang="en-US" sz="1600" dirty="0">
                <a:latin typeface="Raleway" panose="020B0003030101060003"/>
              </a:rPr>
              <a:t>Volume </a:t>
            </a:r>
            <a:r>
              <a:rPr lang="en-US" altLang="en-US" sz="1600" i="1" dirty="0">
                <a:latin typeface="Raleway" panose="020B0003030101060003"/>
              </a:rPr>
              <a:t>&lt;Volume-name&gt;.&lt;</a:t>
            </a:r>
            <a:r>
              <a:rPr lang="en-US" altLang="en-US" sz="1600" i="1" dirty="0" err="1">
                <a:latin typeface="Raleway" panose="020B0003030101060003"/>
              </a:rPr>
              <a:t>Subvolume</a:t>
            </a:r>
            <a:r>
              <a:rPr lang="en-US" altLang="en-US" sz="1600" i="1" dirty="0">
                <a:latin typeface="Raleway" panose="020B0003030101060003"/>
              </a:rPr>
              <a:t>-name&gt;</a:t>
            </a: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Changes your present volume and </a:t>
            </a:r>
            <a:r>
              <a:rPr lang="en-US" altLang="en-US" sz="1600" dirty="0" err="1">
                <a:latin typeface="Raleway" panose="020B0003030101060003"/>
              </a:rPr>
              <a:t>subvolume</a:t>
            </a:r>
            <a:endParaRPr lang="en-US" altLang="en-US" sz="1600" dirty="0">
              <a:latin typeface="Raleway" panose="020B0003030101060003"/>
            </a:endParaRPr>
          </a:p>
        </p:txBody>
      </p:sp>
    </p:spTree>
    <p:extLst>
      <p:ext uri="{BB962C8B-B14F-4D97-AF65-F5344CB8AC3E}">
        <p14:creationId xmlns:p14="http://schemas.microsoft.com/office/powerpoint/2010/main" val="206430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D30CD09-E6A5-4133-8EC8-9A3CA58B56EE}"/>
              </a:ext>
            </a:extLst>
          </p:cNvPr>
          <p:cNvSpPr txBox="1">
            <a:spLocks/>
          </p:cNvSpPr>
          <p:nvPr/>
        </p:nvSpPr>
        <p:spPr>
          <a:xfrm>
            <a:off x="1815921" y="2376942"/>
            <a:ext cx="2662529" cy="97156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1F6AAD"/>
                </a:solidFill>
                <a:latin typeface="Raleway Extrabold" panose="020B0003030101060003" pitchFamily="34" charset="0"/>
              </a:rPr>
              <a:t>THANK</a:t>
            </a:r>
          </a:p>
          <a:p>
            <a:pPr algn="ctr"/>
            <a:r>
              <a:rPr lang="en-US" sz="3600" b="1" dirty="0">
                <a:solidFill>
                  <a:srgbClr val="1F6AAD"/>
                </a:solidFill>
                <a:latin typeface="Raleway Extrabold" panose="020B0003030101060003" pitchFamily="34" charset="0"/>
              </a:rPr>
              <a:t>YOU!</a:t>
            </a:r>
            <a:endParaRPr lang="en-IN" sz="3600" dirty="0">
              <a:latin typeface="Raleway Extrabold" panose="020B0003030101060003" pitchFamily="34" charset="0"/>
            </a:endParaRPr>
          </a:p>
        </p:txBody>
      </p:sp>
      <p:pic>
        <p:nvPicPr>
          <p:cNvPr id="6" name="Picture 5">
            <a:extLst>
              <a:ext uri="{FF2B5EF4-FFF2-40B4-BE49-F238E27FC236}">
                <a16:creationId xmlns:a16="http://schemas.microsoft.com/office/drawing/2014/main" id="{5A928849-BEAD-4C4E-BA3E-8CC0B89E0399}"/>
              </a:ext>
            </a:extLst>
          </p:cNvPr>
          <p:cNvPicPr>
            <a:picLocks noChangeAspect="1"/>
          </p:cNvPicPr>
          <p:nvPr/>
        </p:nvPicPr>
        <p:blipFill>
          <a:blip r:embed="rId2"/>
          <a:stretch>
            <a:fillRect/>
          </a:stretch>
        </p:blipFill>
        <p:spPr>
          <a:xfrm>
            <a:off x="6669740" y="280575"/>
            <a:ext cx="4673769" cy="4680520"/>
          </a:xfrm>
          <a:prstGeom prst="rect">
            <a:avLst/>
          </a:prstGeom>
        </p:spPr>
      </p:pic>
      <p:sp>
        <p:nvSpPr>
          <p:cNvPr id="7" name="Rectangle 6">
            <a:extLst>
              <a:ext uri="{FF2B5EF4-FFF2-40B4-BE49-F238E27FC236}">
                <a16:creationId xmlns:a16="http://schemas.microsoft.com/office/drawing/2014/main" id="{5BEAF8DA-401D-480D-84DD-161F642EBC7E}"/>
              </a:ext>
            </a:extLst>
          </p:cNvPr>
          <p:cNvSpPr/>
          <p:nvPr/>
        </p:nvSpPr>
        <p:spPr>
          <a:xfrm>
            <a:off x="399246" y="5579282"/>
            <a:ext cx="11449319" cy="923330"/>
          </a:xfrm>
          <a:prstGeom prst="rect">
            <a:avLst/>
          </a:prstGeom>
        </p:spPr>
        <p:txBody>
          <a:bodyPr wrap="square">
            <a:spAutoFit/>
          </a:bodyPr>
          <a:lstStyle/>
          <a:p>
            <a:pPr algn="ctr"/>
            <a:r>
              <a:rPr lang="en-US" sz="1400" b="1" dirty="0">
                <a:latin typeface="Raleway" panose="020B0003030101060003" pitchFamily="34" charset="0"/>
              </a:rPr>
              <a:t>Concerto Software and Systems Private Limited</a:t>
            </a:r>
          </a:p>
          <a:p>
            <a:pPr algn="ctr"/>
            <a:r>
              <a:rPr lang="en-US" sz="1200" dirty="0">
                <a:latin typeface="Raleway" panose="020B0003030101060003" pitchFamily="34" charset="0"/>
              </a:rPr>
              <a:t>311-313, Building 2, Sector 1, Millennium Business Park, Mahape, Navi Mumbai -400 710</a:t>
            </a:r>
          </a:p>
          <a:p>
            <a:pPr algn="ctr">
              <a:lnSpc>
                <a:spcPct val="200000"/>
              </a:lnSpc>
            </a:pPr>
            <a:r>
              <a:rPr lang="en-US" sz="1400" dirty="0">
                <a:latin typeface="Raleway" panose="020B0003030101060003" pitchFamily="34" charset="0"/>
              </a:rPr>
              <a:t> </a:t>
            </a:r>
          </a:p>
        </p:txBody>
      </p:sp>
      <p:sp>
        <p:nvSpPr>
          <p:cNvPr id="8" name="Slide Number Placeholder 2">
            <a:extLst>
              <a:ext uri="{FF2B5EF4-FFF2-40B4-BE49-F238E27FC236}">
                <a16:creationId xmlns:a16="http://schemas.microsoft.com/office/drawing/2014/main" id="{D316EF65-7B51-48CA-A70D-7E9EDE8C6972}"/>
              </a:ext>
            </a:extLst>
          </p:cNvPr>
          <p:cNvSpPr>
            <a:spLocks noGrp="1"/>
          </p:cNvSpPr>
          <p:nvPr>
            <p:ph type="sldNum" sz="quarter" idx="12"/>
          </p:nvPr>
        </p:nvSpPr>
        <p:spPr>
          <a:xfrm>
            <a:off x="5727700" y="6302321"/>
            <a:ext cx="457200" cy="365125"/>
          </a:xfrm>
        </p:spPr>
        <p:txBody>
          <a:bodyPr/>
          <a:lstStyle/>
          <a:p>
            <a:pPr algn="ctr"/>
            <a:r>
              <a:rPr lang="en-US" dirty="0"/>
              <a:t>42</a:t>
            </a:r>
          </a:p>
        </p:txBody>
      </p:sp>
    </p:spTree>
    <p:extLst>
      <p:ext uri="{BB962C8B-B14F-4D97-AF65-F5344CB8AC3E}">
        <p14:creationId xmlns:p14="http://schemas.microsoft.com/office/powerpoint/2010/main" val="2002470691"/>
      </p:ext>
    </p:extLst>
  </p:cSld>
  <p:clrMapOvr>
    <a:masterClrMapping/>
  </p:clrMapOvr>
</p:sld>
</file>

<file path=ppt/theme/theme1.xml><?xml version="1.0" encoding="utf-8"?>
<a:theme xmlns:a="http://schemas.openxmlformats.org/drawingml/2006/main" name="corp2015">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corp2015" id="{0A5B43E0-1E9F-438B-9B88-6565FBCA37D1}" vid="{3512298A-9824-4851-BFB3-A7A65C862333}"/>
    </a:ext>
  </a:extLst>
</a:theme>
</file>

<file path=ppt/theme/theme2.xml><?xml version="1.0" encoding="utf-8"?>
<a:theme xmlns:a="http://schemas.openxmlformats.org/drawingml/2006/main" name="Concerto">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Concerto" id="{597DC726-7DBB-4352-AA45-75F2A05FEEE6}" vid="{B9512EFF-9B16-4E62-A110-515A5F6E261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438</Words>
  <Application>Microsoft Office PowerPoint</Application>
  <PresentationFormat>Widescreen</PresentationFormat>
  <Paragraphs>124</Paragraphs>
  <Slides>16</Slides>
  <Notes>0</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16</vt:i4>
      </vt:variant>
    </vt:vector>
  </HeadingPairs>
  <TitlesOfParts>
    <vt:vector size="32" baseType="lpstr">
      <vt:lpstr>Arial Unicode MS</vt:lpstr>
      <vt:lpstr>MS PGothic</vt:lpstr>
      <vt:lpstr>SimSun</vt:lpstr>
      <vt:lpstr>Andalus</vt:lpstr>
      <vt:lpstr>Arial</vt:lpstr>
      <vt:lpstr>Calibri</vt:lpstr>
      <vt:lpstr>Calibri Light</vt:lpstr>
      <vt:lpstr>Century Gothic</vt:lpstr>
      <vt:lpstr>Courier New</vt:lpstr>
      <vt:lpstr>Myriad Pro</vt:lpstr>
      <vt:lpstr>Raleway</vt:lpstr>
      <vt:lpstr>Raleway Extrabold</vt:lpstr>
      <vt:lpstr>Wingdings</vt:lpstr>
      <vt:lpstr>corp2015</vt:lpstr>
      <vt:lpstr>Concerto</vt:lpstr>
      <vt:lpstr>Office Theme</vt:lpstr>
      <vt:lpstr>FUP (File Utility Program)</vt:lpstr>
      <vt:lpstr>Restriction on disclosure</vt:lpstr>
      <vt:lpstr>Overview </vt:lpstr>
      <vt:lpstr>File Creation </vt:lpstr>
      <vt:lpstr>Modifying file attributes</vt:lpstr>
      <vt:lpstr>Copy File </vt:lpstr>
      <vt:lpstr>Duplicate File</vt:lpstr>
      <vt:lpstr>Delete Files</vt:lpstr>
      <vt:lpstr>File Information</vt:lpstr>
      <vt:lpstr>Security</vt:lpstr>
      <vt:lpstr>LISTOPENS</vt:lpstr>
      <vt:lpstr>Volumes</vt:lpstr>
      <vt:lpstr>Subvolumes</vt:lpstr>
      <vt:lpstr>Recall Commands</vt:lpstr>
      <vt:lpstr>Changing Volume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2015-07-22T13:25:06Z</dcterms:created>
  <dcterms:modified xsi:type="dcterms:W3CDTF">2017-12-05T11:56:30Z</dcterms:modified>
</cp:coreProperties>
</file>