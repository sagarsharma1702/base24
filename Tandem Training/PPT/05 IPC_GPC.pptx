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7" r:id="rId3"/>
    <p:sldId id="258" r:id="rId4"/>
    <p:sldId id="259" r:id="rId5"/>
    <p:sldId id="262" r:id="rId6"/>
    <p:sldId id="261" r:id="rId7"/>
    <p:sldId id="260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defRPr kern="1200" baseline="0">
        <a:solidFill>
          <a:schemeClr val="tx1"/>
        </a:solidFill>
        <a:ea typeface="SimSun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defRPr sz="1800" kern="1200" baseline="0">
        <a:solidFill>
          <a:schemeClr val="tx1"/>
        </a:solidFill>
        <a:ea typeface="SimSun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defRPr sz="1800" kern="1200" baseline="0">
        <a:solidFill>
          <a:schemeClr val="tx1"/>
        </a:solidFill>
        <a:ea typeface="SimSun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defRPr sz="1800" kern="1200" baseline="0">
        <a:solidFill>
          <a:schemeClr val="tx1"/>
        </a:solidFill>
        <a:ea typeface="SimSun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defRPr sz="1800" kern="1200" baseline="0">
        <a:solidFill>
          <a:schemeClr val="tx1"/>
        </a:solidFill>
        <a:ea typeface="SimSun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defRPr sz="1800" kern="1200" baseline="0">
        <a:solidFill>
          <a:schemeClr val="tx1"/>
        </a:solidFill>
        <a:ea typeface="SimSun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defRPr sz="1800" kern="1200" baseline="0">
        <a:solidFill>
          <a:schemeClr val="tx1"/>
        </a:solidFill>
        <a:ea typeface="SimSun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defRPr sz="1800" kern="1200" baseline="0">
        <a:solidFill>
          <a:schemeClr val="tx1"/>
        </a:solidFill>
        <a:ea typeface="SimSun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defRPr sz="1800" kern="1200" baseline="0">
        <a:solidFill>
          <a:schemeClr val="tx1"/>
        </a:solidFill>
        <a:ea typeface="SimSun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80"/>
      </p:guideLst>
    </p:cSldViewPr>
  </p:slideViewPr>
  <p:gridSpacing cx="1828419" cy="182841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/>
          <a:p>
            <a:pPr lvl="0" algn="l"/>
            <a:endParaRPr sz="1200">
              <a:ea typeface="SimSun" panose="02010600030101010101" pitchFamily="2" charset="-122"/>
            </a:endParaRPr>
          </a:p>
        </p:txBody>
      </p:sp>
      <p:sp>
        <p:nvSpPr>
          <p:cNvPr id="2051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/>
          <a:p>
            <a:pPr lvl="0" algn="r"/>
            <a:fld id="{BB962C8B-B14F-4D97-AF65-F5344CB8AC3E}" type="datetime1">
              <a:rPr lang="en-US" altLang="x-none" dirty="0">
                <a:ea typeface="SimSun" panose="02010600030101010101" pitchFamily="2" charset="-122"/>
              </a:rPr>
            </a:fld>
            <a:endParaRPr lang="en-US" altLang="x-none" sz="1200" dirty="0">
              <a:ea typeface="SimSun" panose="02010600030101010101" pitchFamily="2" charset="-122"/>
            </a:endParaRPr>
          </a:p>
        </p:txBody>
      </p:sp>
      <p:sp>
        <p:nvSpPr>
          <p:cNvPr id="205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Notes Placeholder 4"/>
          <p:cNvSpPr>
            <a:spLocks noGrp="1" noRot="1"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vert="horz" anchor="ctr" anchorCtr="0">
            <a:normAutofit/>
          </a:bodyPr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205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anchor="b" anchorCtr="0"/>
          <a:p>
            <a:pPr lvl="0" algn="l"/>
            <a:endParaRPr sz="1200">
              <a:ea typeface="SimSun" panose="02010600030101010101" pitchFamily="2" charset="-122"/>
            </a:endParaRPr>
          </a:p>
        </p:txBody>
      </p:sp>
      <p:sp>
        <p:nvSpPr>
          <p:cNvPr id="205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anchor="b" anchorCtr="0"/>
          <a:p>
            <a:pPr lvl="0" algn="r"/>
            <a:fld id="{9A0DB2DC-4C9A-4742-B13C-FB6460FD3503}" type="slidenum">
              <a:rPr lang="en-US" altLang="x-none" dirty="0">
                <a:ea typeface="SimSun" panose="02010600030101010101" pitchFamily="2" charset="-122"/>
              </a:rPr>
            </a:fld>
            <a:endParaRPr lang="en-US" altLang="x-none" sz="1200" dirty="0">
              <a:ea typeface="SimSun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lvl="0" defTabSz="0" fontAlgn="base">
      <a:defRPr sz="1200" kern="1200"/>
    </a:lvl1pPr>
    <a:lvl2pPr marL="0" lvl="1" indent="0" defTabSz="0" fontAlgn="base">
      <a:defRPr sz="1200" kern="1200"/>
    </a:lvl2pPr>
    <a:lvl3pPr marL="0" lvl="2" indent="0" defTabSz="0" fontAlgn="base">
      <a:defRPr sz="1200" kern="1200"/>
    </a:lvl3pPr>
    <a:lvl4pPr marL="0" lvl="3" indent="0" defTabSz="0" fontAlgn="base">
      <a:defRPr sz="1200" kern="1200"/>
    </a:lvl4pPr>
    <a:lvl5pPr marL="0" lvl="4" indent="0" defTabSz="0" fontAlgn="base">
      <a:defRPr sz="1200" kern="1200"/>
    </a:lvl5pPr>
    <a:lvl6pPr marL="2286000" lvl="5" indent="0" defTabSz="0" fontAlgn="base">
      <a:defRPr sz="1200" kern="1200"/>
    </a:lvl6pPr>
    <a:lvl7pPr marL="2743200" lvl="6" indent="0" defTabSz="0" fontAlgn="base">
      <a:defRPr sz="1200" kern="1200"/>
    </a:lvl7pPr>
    <a:lvl8pPr marL="3200400" lvl="7" indent="0" defTabSz="0" fontAlgn="base">
      <a:defRPr sz="1200" kern="1200"/>
    </a:lvl8pPr>
    <a:lvl9pPr marL="3657600" lvl="8" indent="0" defTabSz="0" fontAlgn="base">
      <a:defRPr sz="1200" kern="1200"/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latinLnBrk="0" hangingPunct="1"/>
            <a:fld id="{BB962C8B-B14F-4D97-AF65-F5344CB8AC3E}" type="datetime1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latinLnBrk="0" hangingPunct="1"/>
            <a:fld id="{BB962C8B-B14F-4D97-AF65-F5344CB8AC3E}" type="datetime1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latinLnBrk="0" hangingPunct="1"/>
            <a:fld id="{BB962C8B-B14F-4D97-AF65-F5344CB8AC3E}" type="datetime1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9124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5676" y="1600200"/>
            <a:ext cx="3659124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latinLnBrk="0" hangingPunct="1"/>
            <a:fld id="{BB962C8B-B14F-4D97-AF65-F5344CB8AC3E}" type="datetime1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latinLnBrk="0" hangingPunct="1"/>
            <a:fld id="{BB962C8B-B14F-4D97-AF65-F5344CB8AC3E}" type="datetime1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latinLnBrk="0" hangingPunct="1"/>
            <a:fld id="{BB962C8B-B14F-4D97-AF65-F5344CB8AC3E}" type="datetime1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latinLnBrk="0" hangingPunct="1"/>
            <a:fld id="{BB962C8B-B14F-4D97-AF65-F5344CB8AC3E}" type="datetime1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latinLnBrk="0" hangingPunct="1"/>
            <a:fld id="{BB962C8B-B14F-4D97-AF65-F5344CB8AC3E}" type="datetime1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latinLnBrk="0" hangingPunct="1"/>
            <a:fld id="{BB962C8B-B14F-4D97-AF65-F5344CB8AC3E}" type="datetime1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latinLnBrk="0" hangingPunct="1"/>
            <a:fld id="{BB962C8B-B14F-4D97-AF65-F5344CB8AC3E}" type="datetime1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57900" y="274638"/>
            <a:ext cx="18669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5492474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latinLnBrk="0" hangingPunct="1"/>
            <a:fld id="{BB962C8B-B14F-4D97-AF65-F5344CB8AC3E}" type="datetime1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Freeform 11"/>
          <p:cNvSpPr/>
          <p:nvPr/>
        </p:nvSpPr>
        <p:spPr>
          <a:xfrm>
            <a:off x="0" y="4752975"/>
            <a:ext cx="9144000" cy="2111375"/>
          </a:xfrm>
          <a:custGeom>
            <a:avLst/>
            <a:gdLst>
              <a:gd name="txL" fmla="*/ 0 w 5760"/>
              <a:gd name="txT" fmla="*/ 0 h 1331"/>
              <a:gd name="txR" fmla="*/ 5760 w 5760"/>
              <a:gd name="txB" fmla="*/ 1331 h 1331"/>
            </a:gdLst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txL" t="txT" r="txR" b="txB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rgbClr val="7C7C7C">
              <a:alpha val="45000"/>
            </a:srgbClr>
          </a:solidFill>
          <a:ln w="9525">
            <a:noFill/>
          </a:ln>
        </p:spPr>
        <p:txBody>
          <a:bodyPr vert="horz" wrap="square" anchor="t" anchorCtr="0"/>
          <a:p>
            <a:pPr lvl="0">
              <a:lnSpc>
                <a:spcPct val="100000"/>
              </a:lnSpc>
            </a:pPr>
            <a:endParaRPr sz="180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27" name="Freeform 15"/>
          <p:cNvSpPr/>
          <p:nvPr/>
        </p:nvSpPr>
        <p:spPr>
          <a:xfrm>
            <a:off x="7315200" y="0"/>
            <a:ext cx="1828800" cy="6858000"/>
          </a:xfrm>
          <a:custGeom>
            <a:avLst/>
            <a:gdLst>
              <a:gd name="txL" fmla="*/ 0 w 1914"/>
              <a:gd name="txT" fmla="*/ 0 h 4329"/>
              <a:gd name="txR" fmla="*/ 1914 w 1914"/>
              <a:gd name="txB" fmla="*/ 4329 h 4329"/>
            </a:gdLst>
            <a:ahLst/>
            <a:cxnLst>
              <a:cxn ang="0">
                <a:pos x="1914" y="9"/>
              </a:cxn>
              <a:cxn ang="0">
                <a:pos x="1914" y="4329"/>
              </a:cxn>
              <a:cxn ang="0">
                <a:pos x="204" y="4327"/>
              </a:cxn>
              <a:cxn ang="0">
                <a:pos x="0" y="0"/>
              </a:cxn>
              <a:cxn ang="0">
                <a:pos x="1914" y="9"/>
              </a:cxn>
            </a:cxnLst>
            <a:rect l="txL" t="txT" r="txR" b="tx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rgbClr val="5A5A5A">
              <a:alpha val="39999"/>
            </a:srgbClr>
          </a:solidFill>
          <a:ln w="9525">
            <a:noFill/>
          </a:ln>
        </p:spPr>
        <p:txBody>
          <a:bodyPr vert="horz" wrap="square" anchor="t" anchorCtr="0"/>
          <a:p>
            <a:pPr lvl="0">
              <a:lnSpc>
                <a:spcPct val="100000"/>
              </a:lnSpc>
            </a:pPr>
            <a:endParaRPr sz="180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45720" rIns="45720" anchor="ctr" anchorCtr="0">
            <a:normAutofit/>
          </a:bodyPr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>
            <a:normAutofit/>
          </a:bodyPr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103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1438"/>
            <a:ext cx="2133600" cy="365125"/>
          </a:xfrm>
          <a:prstGeom prst="rect">
            <a:avLst/>
          </a:prstGeom>
          <a:noFill/>
          <a:ln w="9525">
            <a:noFill/>
          </a:ln>
        </p:spPr>
        <p:txBody>
          <a:bodyPr vert="horz" bIns="0" anchor="b" anchorCtr="0"/>
          <a:lstStyle>
            <a:lvl1pPr algn="l">
              <a:defRPr sz="1000">
                <a:solidFill>
                  <a:srgbClr val="9B9998"/>
                </a:solidFill>
                <a:ea typeface="SimSun" panose="02010600030101010101" pitchFamily="2" charset="-122"/>
              </a:defRPr>
            </a:lvl1pPr>
          </a:lstStyle>
          <a:p>
            <a:pPr lvl="0" eaLnBrk="1" latinLnBrk="0" hangingPunct="1"/>
            <a:fld id="{BB962C8B-B14F-4D97-AF65-F5344CB8AC3E}" type="datetime1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1031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1438"/>
            <a:ext cx="2895600" cy="365125"/>
          </a:xfrm>
          <a:prstGeom prst="rect">
            <a:avLst/>
          </a:prstGeom>
          <a:noFill/>
          <a:ln w="9525">
            <a:noFill/>
          </a:ln>
        </p:spPr>
        <p:txBody>
          <a:bodyPr vert="horz" lIns="0" rIns="0" bIns="0" anchor="b" anchorCtr="0"/>
          <a:lstStyle>
            <a:lvl1pPr algn="ctr">
              <a:defRPr sz="1000">
                <a:solidFill>
                  <a:srgbClr val="9B9998"/>
                </a:solidFill>
                <a:ea typeface="SimSun" panose="02010600030101010101" pitchFamily="2" charset="-122"/>
              </a:defRPr>
            </a:lvl1pPr>
          </a:lstStyle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1032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1438"/>
            <a:ext cx="762000" cy="365125"/>
          </a:xfrm>
          <a:prstGeom prst="rect">
            <a:avLst/>
          </a:prstGeom>
          <a:noFill/>
          <a:ln w="9525">
            <a:noFill/>
          </a:ln>
        </p:spPr>
        <p:txBody>
          <a:bodyPr vert="horz" lIns="0" tIns="0" rIns="0" bIns="0" anchor="b" anchorCtr="0"/>
          <a:lstStyle>
            <a:lvl1pPr algn="r">
              <a:defRPr sz="1000">
                <a:solidFill>
                  <a:srgbClr val="9B9998"/>
                </a:solidFill>
                <a:ea typeface="SimSun" panose="02010600030101010101" pitchFamily="2" charset="-122"/>
              </a:defRPr>
            </a:lvl1pPr>
          </a:lstStyle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marL="0" lvl="0" indent="0" algn="l" eaLnBrk="1" latinLnBrk="0" hangingPunct="1">
        <a:lnSpc>
          <a:spcPct val="100000"/>
        </a:lnSpc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  <a:sym typeface="Franklin Gothic Book" charset="0"/>
        </a:defRPr>
      </a:lvl1pPr>
    </p:titleStyle>
    <p:bodyStyle>
      <a:lvl1pPr marL="421005" lvl="0" indent="-384175" algn="l" defTabSz="0" eaLnBrk="1" fontAlgn="base" latinLnBrk="0" hangingPunct="1">
        <a:lnSpc>
          <a:spcPct val="100000"/>
        </a:lnSpc>
        <a:spcBef>
          <a:spcPct val="20000"/>
        </a:spcBef>
        <a:buClr>
          <a:schemeClr val="accent1"/>
        </a:buClr>
        <a:buSzPct val="80000"/>
        <a:buFont typeface="Wingdings 2" charset="0"/>
        <a:buChar char=""/>
        <a:defRPr sz="3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22630" lvl="1" indent="-273050" algn="l" defTabSz="0" eaLnBrk="1" fontAlgn="base" latinLnBrk="0" hangingPunct="1">
        <a:lnSpc>
          <a:spcPct val="100000"/>
        </a:lnSpc>
        <a:spcBef>
          <a:spcPct val="20000"/>
        </a:spcBef>
        <a:buClr>
          <a:schemeClr val="accent1"/>
        </a:buClr>
        <a:buSzPct val="90000"/>
        <a:buFont typeface="Wingdings 2" charset="0"/>
        <a:buChar char=""/>
        <a:defRPr sz="2600" kern="1200">
          <a:solidFill>
            <a:schemeClr val="tx1"/>
          </a:solidFill>
          <a:latin typeface="Arial" panose="020B0604020202020204" pitchFamily="34" charset="0"/>
          <a:ea typeface="黑体" charset="0"/>
          <a:cs typeface="+mn-cs"/>
          <a:sym typeface="Arial" panose="020B0604020202020204" pitchFamily="34" charset="0"/>
        </a:defRPr>
      </a:lvl2pPr>
      <a:lvl3pPr marL="1006475" lvl="2" indent="-255270" algn="l" defTabSz="0" eaLnBrk="1" fontAlgn="base" latinLnBrk="0" hangingPunct="1">
        <a:lnSpc>
          <a:spcPct val="100000"/>
        </a:lnSpc>
        <a:spcBef>
          <a:spcPct val="20000"/>
        </a:spcBef>
        <a:buClr>
          <a:schemeClr val="accent2"/>
        </a:buClr>
        <a:buSzPct val="85000"/>
        <a:buFont typeface="Arial" panose="020B0604020202020204" pitchFamily="34" charset="0"/>
        <a:buChar char="○"/>
        <a:defRPr sz="2400" kern="1200">
          <a:solidFill>
            <a:schemeClr val="tx1"/>
          </a:solidFill>
          <a:latin typeface="Arial" panose="020B0604020202020204" pitchFamily="34" charset="0"/>
          <a:ea typeface="黑体" charset="0"/>
          <a:cs typeface="+mn-cs"/>
          <a:sym typeface="Arial" panose="020B0604020202020204" pitchFamily="34" charset="0"/>
        </a:defRPr>
      </a:lvl3pPr>
      <a:lvl4pPr marL="1279525" lvl="3" indent="-236220" algn="l" defTabSz="0" eaLnBrk="1" fontAlgn="base" latinLnBrk="0" hangingPunct="1">
        <a:lnSpc>
          <a:spcPct val="100000"/>
        </a:lnSpc>
        <a:spcBef>
          <a:spcPct val="20000"/>
        </a:spcBef>
        <a:buClr>
          <a:srgbClr val="8D89A4"/>
        </a:buClr>
        <a:buSzPct val="90000"/>
        <a:buFont typeface="Wingdings 2" charset="0"/>
        <a:buChar char=""/>
        <a:defRPr sz="2000" kern="1200">
          <a:solidFill>
            <a:schemeClr val="tx1"/>
          </a:solidFill>
          <a:latin typeface="Arial" panose="020B0604020202020204" pitchFamily="34" charset="0"/>
          <a:ea typeface="黑体" charset="0"/>
          <a:cs typeface="+mn-cs"/>
          <a:sym typeface="Arial" panose="020B0604020202020204" pitchFamily="34" charset="0"/>
        </a:defRPr>
      </a:lvl4pPr>
      <a:lvl5pPr marL="1490980" lvl="4" indent="-182880" algn="l" defTabSz="0" eaLnBrk="1" fontAlgn="base" latinLnBrk="0" hangingPunct="1">
        <a:lnSpc>
          <a:spcPct val="100000"/>
        </a:lnSpc>
        <a:spcBef>
          <a:spcPct val="20000"/>
        </a:spcBef>
        <a:buClr>
          <a:srgbClr val="748560"/>
        </a:buClr>
        <a:buSzPct val="100000"/>
        <a:buFont typeface="Arial" panose="020B0604020202020204" pitchFamily="34" charset="0"/>
        <a:buChar char="-"/>
        <a:defRPr sz="2000" kern="1200">
          <a:solidFill>
            <a:schemeClr val="tx1"/>
          </a:solidFill>
          <a:latin typeface="Arial" panose="020B0604020202020204" pitchFamily="34" charset="0"/>
          <a:ea typeface="黑体" charset="0"/>
          <a:cs typeface="+mn-cs"/>
          <a:sym typeface="Arial" panose="020B0604020202020204" pitchFamily="34" charset="0"/>
        </a:defRPr>
      </a:lvl5pPr>
      <a:lvl6pPr marL="2514600" lvl="5" indent="-228600" algn="l" defTabSz="0" eaLnBrk="1" fontAlgn="base" latinLnBrk="0" hangingPunct="1">
        <a:lnSpc>
          <a:spcPct val="100000"/>
        </a:lnSpc>
        <a:spcBef>
          <a:spcPct val="20000"/>
        </a:spcBef>
        <a:buClr>
          <a:srgbClr val="748560"/>
        </a:buClr>
        <a:buSzPct val="100000"/>
        <a:buFont typeface="Arial" panose="020B0604020202020204" pitchFamily="34" charset="0"/>
        <a:buChar char="-"/>
        <a:defRPr sz="2000" kern="1200">
          <a:solidFill>
            <a:schemeClr val="tx1"/>
          </a:solidFill>
          <a:latin typeface="Arial" panose="020B0604020202020204" pitchFamily="34" charset="0"/>
          <a:ea typeface="黑体" charset="0"/>
          <a:cs typeface="+mn-cs"/>
          <a:sym typeface="Arial" panose="020B0604020202020204" pitchFamily="34" charset="0"/>
        </a:defRPr>
      </a:lvl6pPr>
      <a:lvl7pPr marL="2971800" lvl="6" indent="-228600" algn="l" defTabSz="0" eaLnBrk="1" fontAlgn="base" latinLnBrk="0" hangingPunct="1">
        <a:lnSpc>
          <a:spcPct val="100000"/>
        </a:lnSpc>
        <a:spcBef>
          <a:spcPct val="20000"/>
        </a:spcBef>
        <a:buClr>
          <a:srgbClr val="748560"/>
        </a:buClr>
        <a:buSzPct val="100000"/>
        <a:buFont typeface="Arial" panose="020B0604020202020204" pitchFamily="34" charset="0"/>
        <a:buChar char="-"/>
        <a:defRPr sz="2000" kern="1200">
          <a:solidFill>
            <a:schemeClr val="tx1"/>
          </a:solidFill>
          <a:latin typeface="Arial" panose="020B0604020202020204" pitchFamily="34" charset="0"/>
          <a:ea typeface="黑体" charset="0"/>
          <a:cs typeface="+mn-cs"/>
          <a:sym typeface="Arial" panose="020B0604020202020204" pitchFamily="34" charset="0"/>
        </a:defRPr>
      </a:lvl7pPr>
      <a:lvl8pPr marL="3429000" lvl="7" indent="-228600" algn="l" defTabSz="0" eaLnBrk="1" fontAlgn="base" latinLnBrk="0" hangingPunct="1">
        <a:lnSpc>
          <a:spcPct val="100000"/>
        </a:lnSpc>
        <a:spcBef>
          <a:spcPct val="20000"/>
        </a:spcBef>
        <a:buClr>
          <a:srgbClr val="748560"/>
        </a:buClr>
        <a:buSzPct val="100000"/>
        <a:buFont typeface="Arial" panose="020B0604020202020204" pitchFamily="34" charset="0"/>
        <a:buChar char="-"/>
        <a:defRPr sz="2000" kern="1200">
          <a:solidFill>
            <a:schemeClr val="tx1"/>
          </a:solidFill>
          <a:latin typeface="Arial" panose="020B0604020202020204" pitchFamily="34" charset="0"/>
          <a:ea typeface="黑体" charset="0"/>
          <a:cs typeface="+mn-cs"/>
          <a:sym typeface="Arial" panose="020B0604020202020204" pitchFamily="34" charset="0"/>
        </a:defRPr>
      </a:lvl8pPr>
      <a:lvl9pPr marL="3886200" lvl="8" indent="-228600" algn="l" defTabSz="0" eaLnBrk="1" fontAlgn="base" latinLnBrk="0" hangingPunct="1">
        <a:lnSpc>
          <a:spcPct val="100000"/>
        </a:lnSpc>
        <a:spcBef>
          <a:spcPct val="20000"/>
        </a:spcBef>
        <a:buClr>
          <a:srgbClr val="748560"/>
        </a:buClr>
        <a:buSzPct val="100000"/>
        <a:buFont typeface="Arial" panose="020B0604020202020204" pitchFamily="34" charset="0"/>
        <a:buChar char="-"/>
        <a:defRPr sz="2000" kern="1200">
          <a:solidFill>
            <a:schemeClr val="tx1"/>
          </a:solidFill>
          <a:latin typeface="Arial" panose="020B0604020202020204" pitchFamily="34" charset="0"/>
          <a:ea typeface="黑体" charset="0"/>
          <a:cs typeface="+mn-cs"/>
          <a:sym typeface="Arial" panose="020B0604020202020204" pitchFamily="34" charset="0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ea typeface="SimSun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ea typeface="SimSun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ea typeface="SimSun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ea typeface="SimSun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ea typeface="SimSun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ea typeface="SimSun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ea typeface="SimSun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ea typeface="SimSun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rgbClr val="272727">
                <a:alpha val="100000"/>
              </a:srgbClr>
            </a:gs>
            <a:gs pos="29999">
              <a:srgbClr val="2E2E2E">
                <a:alpha val="100000"/>
              </a:srgbClr>
            </a:gs>
            <a:gs pos="100000">
              <a:srgbClr val="7C7C7C">
                <a:alpha val="100000"/>
              </a:srgbClr>
            </a:gs>
          </a:gsLst>
          <a:lin ang="216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Footer Placeholder 1"/>
          <p:cNvSpPr/>
          <p:nvPr>
            <p:ph type="ftr" sz="quarter" idx="11"/>
          </p:nvPr>
        </p:nvSpPr>
        <p:spPr/>
        <p:txBody>
          <a:bodyPr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3074" name="Freeform 6"/>
          <p:cNvSpPr/>
          <p:nvPr/>
        </p:nvSpPr>
        <p:spPr>
          <a:xfrm>
            <a:off x="0" y="4752975"/>
            <a:ext cx="9144000" cy="2111375"/>
          </a:xfrm>
          <a:custGeom>
            <a:avLst/>
            <a:gdLst>
              <a:gd name="txL" fmla="*/ 0 w 5760"/>
              <a:gd name="txT" fmla="*/ 0 h 1331"/>
              <a:gd name="txR" fmla="*/ 5760 w 5760"/>
              <a:gd name="txB" fmla="*/ 1331 h 1331"/>
            </a:gdLst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txL" t="txT" r="txR" b="txB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rgbClr val="7C7C7C">
              <a:alpha val="45000"/>
            </a:srgbClr>
          </a:solidFill>
          <a:ln w="9525">
            <a:noFill/>
          </a:ln>
        </p:spPr>
        <p:txBody>
          <a:bodyPr vert="horz" wrap="square" anchor="t" anchorCtr="0"/>
          <a:p>
            <a:endParaRPr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75" name="Freeform 7"/>
          <p:cNvSpPr/>
          <p:nvPr/>
        </p:nvSpPr>
        <p:spPr>
          <a:xfrm>
            <a:off x="6105525" y="0"/>
            <a:ext cx="3038475" cy="6858000"/>
          </a:xfrm>
          <a:custGeom>
            <a:avLst/>
            <a:gdLst>
              <a:gd name="txL" fmla="*/ 0 w 1914"/>
              <a:gd name="txT" fmla="*/ 0 h 4329"/>
              <a:gd name="txR" fmla="*/ 1914 w 1914"/>
              <a:gd name="txB" fmla="*/ 4329 h 4329"/>
            </a:gdLst>
            <a:ahLst/>
            <a:cxnLst>
              <a:cxn ang="0">
                <a:pos x="1914" y="9"/>
              </a:cxn>
              <a:cxn ang="0">
                <a:pos x="1914" y="4329"/>
              </a:cxn>
              <a:cxn ang="0">
                <a:pos x="204" y="4327"/>
              </a:cxn>
              <a:cxn ang="0">
                <a:pos x="0" y="0"/>
              </a:cxn>
              <a:cxn ang="0">
                <a:pos x="1914" y="9"/>
              </a:cxn>
            </a:cxnLst>
            <a:rect l="txL" t="txT" r="txR" b="tx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rgbClr val="5A5A5A">
              <a:alpha val="39999"/>
            </a:srgbClr>
          </a:solidFill>
          <a:ln w="9525">
            <a:noFill/>
          </a:ln>
        </p:spPr>
        <p:txBody>
          <a:bodyPr vert="horz" wrap="square" anchor="t" anchorCtr="0"/>
          <a:p>
            <a:endParaRPr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76" name="Title 1"/>
          <p:cNvSpPr>
            <a:spLocks noGrp="1"/>
          </p:cNvSpPr>
          <p:nvPr>
            <p:ph type="ctrTitle"/>
          </p:nvPr>
        </p:nvSpPr>
        <p:spPr>
          <a:xfrm>
            <a:off x="381000" y="0"/>
            <a:ext cx="7772400" cy="1066800"/>
          </a:xfrm>
          <a:ln/>
        </p:spPr>
        <p:txBody>
          <a:bodyPr vert="horz" lIns="45720" rIns="45720" anchor="t" anchorCtr="0">
            <a:normAutofit/>
          </a:bodyPr>
          <a:p>
            <a:pPr algn="l">
              <a:buClrTx/>
              <a:buSzTx/>
              <a:buFontTx/>
              <a:buNone/>
            </a:pPr>
            <a:r>
              <a:rPr lang="en-US" altLang="zh-CN" sz="4000" b="1" kern="1200" baseline="0">
                <a:latin typeface="Franklin Gothic Book" charset="0"/>
                <a:ea typeface="SimSun" panose="02010600030101010101" pitchFamily="2" charset="-122"/>
                <a:sym typeface="Franklin Gothic Book" charset="0"/>
              </a:rPr>
              <a:t>Inter Process Communication </a:t>
            </a:r>
            <a:endParaRPr lang="en-US" altLang="zh-CN" sz="4000" b="1" kern="1200" baseline="0">
              <a:latin typeface="Franklin Gothic Book" charset="0"/>
              <a:ea typeface="SimSun" panose="02010600030101010101" pitchFamily="2" charset="-122"/>
              <a:sym typeface="Franklin Gothic Book" charset="0"/>
            </a:endParaRPr>
          </a:p>
        </p:txBody>
      </p:sp>
      <p:sp>
        <p:nvSpPr>
          <p:cNvPr id="3077" name="Subtitle 2"/>
          <p:cNvSpPr>
            <a:spLocks noGrp="1"/>
          </p:cNvSpPr>
          <p:nvPr>
            <p:ph type="subTitle" idx="1"/>
          </p:nvPr>
        </p:nvSpPr>
        <p:spPr>
          <a:xfrm>
            <a:off x="990600" y="1066800"/>
            <a:ext cx="6781800" cy="4572000"/>
          </a:xfrm>
          <a:ln/>
        </p:spPr>
        <p:txBody>
          <a:bodyPr vert="horz" tIns="0" rIns="45720" bIns="0" anchor="b" anchorCtr="0">
            <a:normAutofit/>
          </a:bodyPr>
          <a:p>
            <a:pPr marL="457200" indent="-457200" algn="l" defTabSz="0">
              <a:lnSpc>
                <a:spcPct val="90000"/>
              </a:lnSpc>
              <a:buSzPct val="80000"/>
              <a:buFont typeface="Arial" panose="020B0604020202020204" pitchFamily="34" charset="0"/>
              <a:buChar char="•"/>
            </a:pPr>
            <a:endParaRPr lang="en-US" altLang="zh-CN" sz="24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57200" indent="-457200" algn="l" defTabSz="0">
              <a:lnSpc>
                <a:spcPct val="90000"/>
              </a:lnSpc>
              <a:buSzPct val="80000"/>
              <a:buFont typeface="Arial" panose="020B0604020202020204" pitchFamily="34" charset="0"/>
              <a:buChar char="•"/>
            </a:pPr>
            <a:endParaRPr lang="en-US" altLang="zh-CN" sz="24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57200" indent="-457200" algn="l" defTabSz="0">
              <a:lnSpc>
                <a:spcPct val="90000"/>
              </a:lnSpc>
              <a:buSzPct val="80000"/>
              <a:buFont typeface="Arial" panose="020B0604020202020204" pitchFamily="34" charset="0"/>
              <a:buChar char="•"/>
            </a:pPr>
            <a:endParaRPr lang="en-US" altLang="zh-CN" sz="24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57200" indent="-457200" algn="l" defTabSz="0">
              <a:lnSpc>
                <a:spcPct val="90000"/>
              </a:lnSpc>
              <a:buSzPct val="80000"/>
              <a:buFont typeface="Arial" panose="020B0604020202020204" pitchFamily="34" charset="0"/>
              <a:buChar char="•"/>
            </a:pPr>
            <a:endParaRPr lang="en-US" altLang="zh-CN" sz="24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57200" indent="-457200" algn="l" defTabSz="0">
              <a:lnSpc>
                <a:spcPct val="90000"/>
              </a:lnSpc>
              <a:buSzPct val="80000"/>
              <a:buFont typeface="Arial" panose="020B0604020202020204" pitchFamily="34" charset="0"/>
              <a:buChar char="•"/>
            </a:pPr>
            <a:r>
              <a:rPr lang="en-US" altLang="zh-CN" sz="22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Source Program are compiled to form object    Program </a:t>
            </a:r>
            <a:endParaRPr lang="en-US" altLang="zh-CN" sz="22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57200" indent="-457200" algn="l" defTabSz="0">
              <a:lnSpc>
                <a:spcPct val="90000"/>
              </a:lnSpc>
              <a:buSzPct val="80000"/>
              <a:buFont typeface="Arial" panose="020B0604020202020204" pitchFamily="34" charset="0"/>
              <a:buChar char="•"/>
            </a:pPr>
            <a:r>
              <a:rPr lang="en-US" altLang="zh-CN" sz="22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Object program under execution is known as process.</a:t>
            </a:r>
            <a:endParaRPr lang="en-US" altLang="zh-CN" sz="22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57200" indent="-457200" algn="l" defTabSz="0">
              <a:lnSpc>
                <a:spcPct val="90000"/>
              </a:lnSpc>
              <a:buSzPct val="80000"/>
              <a:buFont typeface="Arial" panose="020B0604020202020204" pitchFamily="34" charset="0"/>
              <a:buChar char="•"/>
            </a:pPr>
            <a:r>
              <a:rPr lang="en-US" altLang="zh-CN" sz="22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Whenever the object is executed, Process is created, PID is assigned to it.</a:t>
            </a:r>
            <a:endParaRPr lang="en-US" altLang="zh-CN" sz="22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57200" indent="-457200" algn="l" defTabSz="0">
              <a:lnSpc>
                <a:spcPct val="90000"/>
              </a:lnSpc>
              <a:buSzPct val="80000"/>
              <a:buFont typeface="Arial" panose="020B0604020202020204" pitchFamily="34" charset="0"/>
              <a:buChar char="•"/>
            </a:pPr>
            <a:r>
              <a:rPr lang="en-US" altLang="zh-CN" sz="22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Multiple process on server can send and receive data from each other this is what is referred to as IPC..</a:t>
            </a:r>
            <a:endParaRPr lang="en-US" altLang="zh-CN" sz="22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57200" indent="-457200" algn="l" defTabSz="0">
              <a:lnSpc>
                <a:spcPct val="90000"/>
              </a:lnSpc>
              <a:buSzPct val="80000"/>
              <a:buFont typeface="Arial" panose="020B0604020202020204" pitchFamily="34" charset="0"/>
              <a:buChar char="•"/>
            </a:pPr>
            <a:endParaRPr lang="en-US" altLang="zh-CN" sz="19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57200" indent="-457200" algn="l" defTabSz="0">
              <a:lnSpc>
                <a:spcPct val="90000"/>
              </a:lnSpc>
              <a:buSzPct val="80000"/>
              <a:buFont typeface="Arial" panose="020B0604020202020204" pitchFamily="34" charset="0"/>
              <a:buChar char="•"/>
            </a:pPr>
            <a:endParaRPr lang="en-US" altLang="zh-CN" sz="19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57200" indent="-457200" algn="l" defTabSz="0">
              <a:lnSpc>
                <a:spcPct val="90000"/>
              </a:lnSpc>
              <a:buSzPct val="80000"/>
              <a:buFont typeface="Arial" panose="020B0604020202020204" pitchFamily="34" charset="0"/>
              <a:buChar char="•"/>
            </a:pPr>
            <a:endParaRPr lang="en-US" altLang="zh-CN" sz="19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57200" indent="-457200" algn="l" defTabSz="0">
              <a:lnSpc>
                <a:spcPct val="90000"/>
              </a:lnSpc>
              <a:buSzPct val="80000"/>
              <a:buFont typeface="Arial" panose="020B0604020202020204" pitchFamily="34" charset="0"/>
              <a:buChar char="•"/>
            </a:pPr>
            <a:endParaRPr lang="en-US" altLang="zh-CN" sz="19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57200" indent="-457200" algn="r" defTabSz="0">
              <a:lnSpc>
                <a:spcPct val="90000"/>
              </a:lnSpc>
              <a:buSzPct val="80000"/>
            </a:pPr>
            <a:endParaRPr lang="en-US" altLang="zh-CN" sz="20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rgbClr val="272727">
                <a:alpha val="100000"/>
              </a:srgbClr>
            </a:gs>
            <a:gs pos="29999">
              <a:srgbClr val="2E2E2E">
                <a:alpha val="100000"/>
              </a:srgbClr>
            </a:gs>
            <a:gs pos="100000">
              <a:srgbClr val="7C7C7C">
                <a:alpha val="100000"/>
              </a:srgbClr>
            </a:gs>
          </a:gsLst>
          <a:lin ang="216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Footer Placeholder 1"/>
          <p:cNvSpPr/>
          <p:nvPr>
            <p:ph type="ftr" sz="quarter" idx="11"/>
          </p:nvPr>
        </p:nvSpPr>
        <p:spPr/>
        <p:txBody>
          <a:bodyPr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4098" name="Freeform 6"/>
          <p:cNvSpPr/>
          <p:nvPr/>
        </p:nvSpPr>
        <p:spPr>
          <a:xfrm>
            <a:off x="0" y="4752975"/>
            <a:ext cx="9144000" cy="2111375"/>
          </a:xfrm>
          <a:custGeom>
            <a:avLst/>
            <a:gdLst>
              <a:gd name="txL" fmla="*/ 0 w 5760"/>
              <a:gd name="txT" fmla="*/ 0 h 1331"/>
              <a:gd name="txR" fmla="*/ 5760 w 5760"/>
              <a:gd name="txB" fmla="*/ 1331 h 1331"/>
            </a:gdLst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txL" t="txT" r="txR" b="txB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rgbClr val="7C7C7C">
              <a:alpha val="45000"/>
            </a:srgbClr>
          </a:solidFill>
          <a:ln w="9525">
            <a:noFill/>
          </a:ln>
        </p:spPr>
        <p:txBody>
          <a:bodyPr vert="horz" wrap="square" anchor="t" anchorCtr="0"/>
          <a:p>
            <a:endParaRPr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99" name="Freeform 7"/>
          <p:cNvSpPr/>
          <p:nvPr/>
        </p:nvSpPr>
        <p:spPr>
          <a:xfrm>
            <a:off x="6105525" y="0"/>
            <a:ext cx="3038475" cy="6858000"/>
          </a:xfrm>
          <a:custGeom>
            <a:avLst/>
            <a:gdLst>
              <a:gd name="txL" fmla="*/ 0 w 1914"/>
              <a:gd name="txT" fmla="*/ 0 h 4329"/>
              <a:gd name="txR" fmla="*/ 1914 w 1914"/>
              <a:gd name="txB" fmla="*/ 4329 h 4329"/>
            </a:gdLst>
            <a:ahLst/>
            <a:cxnLst>
              <a:cxn ang="0">
                <a:pos x="1914" y="9"/>
              </a:cxn>
              <a:cxn ang="0">
                <a:pos x="1914" y="4329"/>
              </a:cxn>
              <a:cxn ang="0">
                <a:pos x="204" y="4327"/>
              </a:cxn>
              <a:cxn ang="0">
                <a:pos x="0" y="0"/>
              </a:cxn>
              <a:cxn ang="0">
                <a:pos x="1914" y="9"/>
              </a:cxn>
            </a:cxnLst>
            <a:rect l="txL" t="txT" r="txR" b="tx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rgbClr val="5A5A5A">
              <a:alpha val="39999"/>
            </a:srgbClr>
          </a:solidFill>
          <a:ln w="9525">
            <a:noFill/>
          </a:ln>
        </p:spPr>
        <p:txBody>
          <a:bodyPr vert="horz" wrap="square" anchor="t" anchorCtr="0"/>
          <a:p>
            <a:endParaRPr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00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762000"/>
          </a:xfrm>
          <a:ln/>
        </p:spPr>
        <p:txBody>
          <a:bodyPr vert="horz" lIns="45720" rIns="45720" anchor="t" anchorCtr="0">
            <a:normAutofit/>
          </a:bodyPr>
          <a:p>
            <a:pPr algn="l">
              <a:buClrTx/>
              <a:buSzTx/>
              <a:buFontTx/>
              <a:buNone/>
            </a:pPr>
            <a:r>
              <a:rPr lang="en-US" altLang="zh-CN" sz="4000" b="1" kern="1200" baseline="0">
                <a:latin typeface="Franklin Gothic Book" charset="0"/>
                <a:ea typeface="SimSun" panose="02010600030101010101" pitchFamily="2" charset="-122"/>
                <a:sym typeface="Franklin Gothic Book" charset="0"/>
              </a:rPr>
              <a:t>TYPES OF IPC</a:t>
            </a:r>
            <a:endParaRPr lang="en-US" altLang="zh-CN" sz="4000" b="1" kern="1200" baseline="0">
              <a:latin typeface="Franklin Gothic Book" charset="0"/>
              <a:ea typeface="SimSun" panose="02010600030101010101" pitchFamily="2" charset="-122"/>
              <a:sym typeface="Franklin Gothic Book" charset="0"/>
            </a:endParaRPr>
          </a:p>
        </p:txBody>
      </p:sp>
      <p:sp>
        <p:nvSpPr>
          <p:cNvPr id="4101" name="Subtitle 2"/>
          <p:cNvSpPr>
            <a:spLocks noGrp="1"/>
          </p:cNvSpPr>
          <p:nvPr>
            <p:ph type="subTitle" idx="1"/>
          </p:nvPr>
        </p:nvSpPr>
        <p:spPr>
          <a:xfrm>
            <a:off x="533400" y="1295400"/>
            <a:ext cx="6400800" cy="3200400"/>
          </a:xfrm>
          <a:ln/>
        </p:spPr>
        <p:txBody>
          <a:bodyPr vert="horz" tIns="0" rIns="45720" bIns="0" anchor="b" anchorCtr="0">
            <a:normAutofit/>
          </a:bodyPr>
          <a:p>
            <a:pPr marL="514350" indent="-514350" algn="l" defTabSz="0">
              <a:buSzPct val="80000"/>
            </a:pPr>
            <a:r>
              <a:rPr lang="en-US" altLang="zh-CN" sz="3200" kern="1200">
                <a:solidFill>
                  <a:srgbClr val="FFFF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TWO WAY Communication</a:t>
            </a:r>
            <a:endParaRPr lang="en-US" altLang="zh-CN" sz="3200" kern="1200">
              <a:solidFill>
                <a:srgbClr val="FFFF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514350" indent="-514350" algn="l" defTabSz="0">
              <a:buSzPct val="80000"/>
              <a:buFont typeface="Arial" panose="020B0604020202020204" pitchFamily="34" charset="0"/>
              <a:buChar char="•"/>
            </a:pPr>
            <a:r>
              <a:rPr lang="en-US" altLang="zh-CN" sz="24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One process sends requests to other and expect a reply back </a:t>
            </a:r>
            <a:endParaRPr lang="en-US" altLang="zh-CN" sz="24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514350" indent="-514350" algn="l" defTabSz="0">
              <a:buSzPct val="80000"/>
            </a:pPr>
            <a:r>
              <a:rPr lang="en-US" altLang="zh-CN" sz="3200" kern="1200">
                <a:solidFill>
                  <a:srgbClr val="FFFF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ONE WAY Communication</a:t>
            </a:r>
            <a:endParaRPr lang="en-US" altLang="zh-CN" sz="3200" kern="1200">
              <a:solidFill>
                <a:srgbClr val="FFFF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514350" indent="-514350" algn="l" defTabSz="0">
              <a:buSzPct val="80000"/>
              <a:buFont typeface="Arial" panose="020B0604020202020204" pitchFamily="34" charset="0"/>
              <a:buChar char="•"/>
            </a:pPr>
            <a:r>
              <a:rPr lang="en-US" altLang="zh-CN" sz="24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Reply not expected </a:t>
            </a:r>
            <a:endParaRPr lang="en-US" altLang="zh-CN" sz="24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rgbClr val="272727">
                <a:alpha val="100000"/>
              </a:srgbClr>
            </a:gs>
            <a:gs pos="29999">
              <a:srgbClr val="2E2E2E">
                <a:alpha val="100000"/>
              </a:srgbClr>
            </a:gs>
            <a:gs pos="100000">
              <a:srgbClr val="7C7C7C">
                <a:alpha val="100000"/>
              </a:srgbClr>
            </a:gs>
          </a:gsLst>
          <a:lin ang="216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Footer Placeholder 1"/>
          <p:cNvSpPr/>
          <p:nvPr>
            <p:ph type="ftr" sz="quarter" idx="11"/>
          </p:nvPr>
        </p:nvSpPr>
        <p:spPr/>
        <p:txBody>
          <a:bodyPr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5122" name="Freeform 6"/>
          <p:cNvSpPr/>
          <p:nvPr/>
        </p:nvSpPr>
        <p:spPr>
          <a:xfrm>
            <a:off x="0" y="4752975"/>
            <a:ext cx="9144000" cy="2111375"/>
          </a:xfrm>
          <a:custGeom>
            <a:avLst/>
            <a:gdLst>
              <a:gd name="txL" fmla="*/ 0 w 5760"/>
              <a:gd name="txT" fmla="*/ 0 h 1331"/>
              <a:gd name="txR" fmla="*/ 5760 w 5760"/>
              <a:gd name="txB" fmla="*/ 1331 h 1331"/>
            </a:gdLst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txL" t="txT" r="txR" b="txB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rgbClr val="7C7C7C">
              <a:alpha val="45000"/>
            </a:srgbClr>
          </a:solidFill>
          <a:ln w="9525">
            <a:noFill/>
          </a:ln>
        </p:spPr>
        <p:txBody>
          <a:bodyPr vert="horz" wrap="square" anchor="t" anchorCtr="0"/>
          <a:p>
            <a:endParaRPr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123" name="Freeform 7"/>
          <p:cNvSpPr/>
          <p:nvPr/>
        </p:nvSpPr>
        <p:spPr>
          <a:xfrm>
            <a:off x="6105525" y="0"/>
            <a:ext cx="3038475" cy="6858000"/>
          </a:xfrm>
          <a:custGeom>
            <a:avLst/>
            <a:gdLst>
              <a:gd name="txL" fmla="*/ 0 w 1914"/>
              <a:gd name="txT" fmla="*/ 0 h 4329"/>
              <a:gd name="txR" fmla="*/ 1914 w 1914"/>
              <a:gd name="txB" fmla="*/ 4329 h 4329"/>
            </a:gdLst>
            <a:ahLst/>
            <a:cxnLst>
              <a:cxn ang="0">
                <a:pos x="1914" y="9"/>
              </a:cxn>
              <a:cxn ang="0">
                <a:pos x="1914" y="4329"/>
              </a:cxn>
              <a:cxn ang="0">
                <a:pos x="204" y="4327"/>
              </a:cxn>
              <a:cxn ang="0">
                <a:pos x="0" y="0"/>
              </a:cxn>
              <a:cxn ang="0">
                <a:pos x="1914" y="9"/>
              </a:cxn>
            </a:cxnLst>
            <a:rect l="txL" t="txT" r="txR" b="tx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rgbClr val="5A5A5A">
              <a:alpha val="39999"/>
            </a:srgbClr>
          </a:solidFill>
          <a:ln w="9525">
            <a:noFill/>
          </a:ln>
        </p:spPr>
        <p:txBody>
          <a:bodyPr vert="horz" wrap="square" anchor="t" anchorCtr="0"/>
          <a:p>
            <a:endParaRPr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124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914400"/>
          </a:xfrm>
          <a:ln/>
        </p:spPr>
        <p:txBody>
          <a:bodyPr vert="horz" lIns="45720" rIns="45720" anchor="t" anchorCtr="0">
            <a:normAutofit/>
          </a:bodyPr>
          <a:p>
            <a:pPr algn="l">
              <a:buClrTx/>
              <a:buSzTx/>
              <a:buFontTx/>
              <a:buNone/>
            </a:pPr>
            <a:r>
              <a:rPr lang="en-US" altLang="zh-CN" sz="4000" b="1" kern="1200" baseline="0">
                <a:latin typeface="Franklin Gothic Book" charset="0"/>
                <a:ea typeface="SimSun" panose="02010600030101010101" pitchFamily="2" charset="-122"/>
                <a:sym typeface="Franklin Gothic Book" charset="0"/>
              </a:rPr>
              <a:t>ITS’s Usage : </a:t>
            </a:r>
            <a:endParaRPr lang="en-US" altLang="zh-CN" sz="4000" b="1" kern="1200" baseline="0">
              <a:latin typeface="Franklin Gothic Book" charset="0"/>
              <a:ea typeface="SimSun" panose="02010600030101010101" pitchFamily="2" charset="-122"/>
              <a:sym typeface="Franklin Gothic Book" charset="0"/>
            </a:endParaRPr>
          </a:p>
        </p:txBody>
      </p:sp>
      <p:sp>
        <p:nvSpPr>
          <p:cNvPr id="5125" name="Subtitle 2"/>
          <p:cNvSpPr>
            <a:spLocks noGrp="1"/>
          </p:cNvSpPr>
          <p:nvPr>
            <p:ph type="subTitle" idx="1"/>
          </p:nvPr>
        </p:nvSpPr>
        <p:spPr>
          <a:xfrm>
            <a:off x="990600" y="1143000"/>
            <a:ext cx="7543800" cy="5181600"/>
          </a:xfrm>
          <a:ln/>
        </p:spPr>
        <p:txBody>
          <a:bodyPr vert="horz" tIns="0" rIns="45720" bIns="0" anchor="b" anchorCtr="0">
            <a:normAutofit/>
          </a:bodyPr>
          <a:p>
            <a:pPr marL="514350" indent="-514350" algn="l" defTabSz="0">
              <a:lnSpc>
                <a:spcPct val="90000"/>
              </a:lnSpc>
              <a:buSzPct val="80000"/>
              <a:buFont typeface="Arial" panose="020B0604020202020204" pitchFamily="34" charset="0"/>
              <a:buChar char="•"/>
            </a:pPr>
            <a:r>
              <a:rPr lang="en-US" altLang="zh-CN" sz="20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Permits a user process to receive messages from other user processes, thus sets up the basis of the requester/server model</a:t>
            </a:r>
            <a:endParaRPr lang="en-US" altLang="zh-CN" sz="20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514350" indent="-514350" algn="l" defTabSz="0">
              <a:lnSpc>
                <a:spcPct val="90000"/>
              </a:lnSpc>
              <a:buSzPct val="80000"/>
              <a:buFont typeface="Arial" panose="020B0604020202020204" pitchFamily="34" charset="0"/>
              <a:buChar char="•"/>
            </a:pPr>
            <a:r>
              <a:rPr lang="en-US" altLang="zh-CN" sz="20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Permits user processes to receive system messages. </a:t>
            </a:r>
            <a:endParaRPr lang="en-US" altLang="zh-CN" sz="20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514350" indent="-514350" algn="l" defTabSz="0">
              <a:lnSpc>
                <a:spcPct val="90000"/>
              </a:lnSpc>
              <a:buSzPct val="80000"/>
              <a:buFont typeface="Arial" panose="020B0604020202020204" pitchFamily="34" charset="0"/>
              <a:buChar char="•"/>
            </a:pPr>
            <a:endParaRPr lang="en-US" altLang="zh-CN" sz="20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514350" indent="-514350" algn="l" defTabSz="0">
              <a:lnSpc>
                <a:spcPct val="90000"/>
              </a:lnSpc>
              <a:buSzPct val="80000"/>
              <a:buFont typeface="Arial" panose="020B0604020202020204" pitchFamily="34" charset="0"/>
              <a:buChar char="•"/>
            </a:pPr>
            <a:endParaRPr lang="en-US" altLang="zh-CN" sz="20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514350" indent="-514350" algn="l" defTabSz="0">
              <a:lnSpc>
                <a:spcPct val="90000"/>
              </a:lnSpc>
              <a:buSzPct val="80000"/>
              <a:buFont typeface="Arial" panose="020B0604020202020204" pitchFamily="34" charset="0"/>
              <a:buChar char="•"/>
            </a:pPr>
            <a:endParaRPr lang="en-US" altLang="zh-CN" sz="20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514350" indent="-514350" algn="l" defTabSz="0">
              <a:lnSpc>
                <a:spcPct val="90000"/>
              </a:lnSpc>
              <a:buSzPct val="80000"/>
              <a:buFont typeface="Arial" panose="020B0604020202020204" pitchFamily="34" charset="0"/>
              <a:buChar char="•"/>
            </a:pPr>
            <a:endParaRPr lang="en-US" altLang="zh-CN" sz="20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514350" indent="-514350" algn="l" defTabSz="0">
              <a:lnSpc>
                <a:spcPct val="90000"/>
              </a:lnSpc>
              <a:buSzPct val="80000"/>
              <a:buFont typeface="Arial" panose="020B0604020202020204" pitchFamily="34" charset="0"/>
              <a:buChar char="•"/>
            </a:pPr>
            <a:endParaRPr lang="en-US" altLang="zh-CN" sz="20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514350" indent="-514350" algn="l" defTabSz="0">
              <a:lnSpc>
                <a:spcPct val="90000"/>
              </a:lnSpc>
              <a:buSzPct val="80000"/>
              <a:buFont typeface="Arial" panose="020B0604020202020204" pitchFamily="34" charset="0"/>
              <a:buChar char="•"/>
            </a:pPr>
            <a:r>
              <a:rPr lang="en-US" altLang="zh-CN" sz="20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Requester Program accepts data from user and sends data to server process </a:t>
            </a:r>
            <a:endParaRPr lang="en-US" altLang="zh-CN" sz="20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514350" indent="-514350" algn="l" defTabSz="0">
              <a:lnSpc>
                <a:spcPct val="90000"/>
              </a:lnSpc>
              <a:buSzPct val="80000"/>
              <a:buFont typeface="Arial" panose="020B0604020202020204" pitchFamily="34" charset="0"/>
              <a:buChar char="•"/>
            </a:pPr>
            <a:r>
              <a:rPr lang="en-US" altLang="zh-CN" sz="20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Server process than process data ( Addition / Updation / deletion of Data from DB )  received and sends reply back to requester</a:t>
            </a:r>
            <a:endParaRPr lang="en-US" altLang="zh-CN" sz="20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514350" indent="-514350" algn="l" defTabSz="0">
              <a:lnSpc>
                <a:spcPct val="90000"/>
              </a:lnSpc>
              <a:buSzPct val="80000"/>
              <a:buFont typeface="Arial" panose="020B0604020202020204" pitchFamily="34" charset="0"/>
              <a:buChar char="•"/>
            </a:pPr>
            <a:r>
              <a:rPr lang="en-US" altLang="zh-CN" sz="20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Functional Logics placed at Server , Representation logic placed at requester</a:t>
            </a:r>
            <a:endParaRPr lang="en-US" altLang="zh-CN" sz="30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</p:txBody>
      </p:sp>
      <p:pic>
        <p:nvPicPr>
          <p:cNvPr id="512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400" y="2667000"/>
            <a:ext cx="5362575" cy="1371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ooter Placeholder 1"/>
          <p:cNvSpPr/>
          <p:nvPr>
            <p:ph type="ftr" sz="quarter" idx="11"/>
          </p:nvPr>
        </p:nvSpPr>
        <p:spPr/>
        <p:txBody>
          <a:bodyPr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ln/>
        </p:spPr>
        <p:txBody>
          <a:bodyPr vert="horz" lIns="45720" rIns="45720" anchor="ctr" anchorCtr="0">
            <a:normAutofit/>
          </a:bodyPr>
          <a:p>
            <a:pPr algn="l">
              <a:buNone/>
            </a:pPr>
            <a:endParaRPr sz="4600" kern="1200">
              <a:latin typeface="Franklin Gothic Book" charset="0"/>
              <a:ea typeface="SimSun" panose="02010600030101010101" pitchFamily="2" charset="-122"/>
              <a:sym typeface="Franklin Gothic Book" charset="0"/>
            </a:endParaRPr>
          </a:p>
        </p:txBody>
      </p:sp>
      <p:pic>
        <p:nvPicPr>
          <p:cNvPr id="6147" name="Picture 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28800" y="2590800"/>
            <a:ext cx="4886325" cy="2686050"/>
          </a:xfrm>
          <a:ln/>
        </p:spPr>
      </p:pic>
      <p:sp>
        <p:nvSpPr>
          <p:cNvPr id="6148" name="Rectangle 4"/>
          <p:cNvSpPr/>
          <p:nvPr/>
        </p:nvSpPr>
        <p:spPr>
          <a:xfrm>
            <a:off x="457200" y="990600"/>
            <a:ext cx="8229600" cy="14779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x-none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Arial" panose="020B0604020202020204" pitchFamily="34" charset="0"/>
              </a:rPr>
              <a:t>The server process is able to handle requests from several requesters. Typically, the server handles one request at a time; when the server completes a request, it waits for a request from some other requester. Alternatively, the server can be designed to process requests concurrently</a:t>
            </a:r>
            <a:endParaRPr lang="en-US" altLang="x-none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ooter Placeholder 1"/>
          <p:cNvSpPr/>
          <p:nvPr>
            <p:ph type="ftr" sz="quarter" idx="11"/>
          </p:nvPr>
        </p:nvSpPr>
        <p:spPr/>
        <p:txBody>
          <a:bodyPr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ln/>
        </p:spPr>
        <p:txBody>
          <a:bodyPr vert="horz" lIns="45720" rIns="45720" anchor="ctr" anchorCtr="0">
            <a:normAutofit/>
          </a:bodyPr>
          <a:p>
            <a:pPr algn="l">
              <a:buNone/>
            </a:pPr>
            <a:r>
              <a:rPr lang="en-US" altLang="zh-CN" sz="4200" kern="1200">
                <a:latin typeface="Franklin Gothic Book" charset="0"/>
                <a:ea typeface="SimSun" panose="02010600030101010101" pitchFamily="2" charset="-122"/>
                <a:sym typeface="Franklin Gothic Book" charset="0"/>
              </a:rPr>
              <a:t>How IPC Works? </a:t>
            </a:r>
            <a:endParaRPr lang="en-US" altLang="zh-CN" sz="4200" kern="1200">
              <a:latin typeface="Franklin Gothic Book" charset="0"/>
              <a:ea typeface="SimSun" panose="02010600030101010101" pitchFamily="2" charset="-122"/>
              <a:sym typeface="Franklin Gothic Book" charset="0"/>
            </a:endParaRP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  <a:ln/>
        </p:spPr>
        <p:txBody>
          <a:bodyPr vert="horz">
            <a:normAutofit/>
          </a:bodyPr>
          <a:p>
            <a:pPr marL="514350" indent="-514350" algn="l" defTabSz="0">
              <a:buSzPct val="80000"/>
              <a:buFont typeface="Wingdings 2" charset="0"/>
              <a:buChar char=""/>
            </a:pPr>
            <a:r>
              <a:rPr lang="en-US" altLang="zh-CN" sz="24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A process sends a message to another process by opening the recipient process file ( $RECEIVE ) and writing a message to it. </a:t>
            </a:r>
            <a:endParaRPr lang="en-US" altLang="zh-CN" sz="24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514350" indent="-514350" algn="l" defTabSz="0">
              <a:buSzPct val="80000"/>
              <a:buFont typeface="Wingdings 2" charset="0"/>
              <a:buChar char=""/>
            </a:pPr>
            <a:r>
              <a:rPr lang="en-US" altLang="zh-CN" sz="24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Each process has its own $RECEIVE input file.</a:t>
            </a:r>
            <a:endParaRPr lang="en-US" altLang="zh-CN" sz="24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514350" indent="-514350" algn="l" defTabSz="0">
              <a:buSzPct val="80000"/>
              <a:buFont typeface="Wingdings 2" charset="0"/>
              <a:buChar char=""/>
            </a:pPr>
            <a:endParaRPr lang="en-US" altLang="zh-CN" sz="36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514350" indent="-514350" algn="l" defTabSz="0">
              <a:buSzPct val="80000"/>
              <a:buFont typeface="Wingdings 2" charset="0"/>
              <a:buChar char=""/>
            </a:pPr>
            <a:endParaRPr lang="en-US" altLang="zh-CN" sz="30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514350" indent="-514350" algn="l" defTabSz="0">
              <a:buSzPct val="80000"/>
              <a:buFont typeface="Wingdings 2" charset="0"/>
              <a:buChar char=""/>
            </a:pPr>
            <a:endParaRPr lang="en-US" altLang="zh-CN" sz="30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</p:txBody>
      </p:sp>
      <p:pic>
        <p:nvPicPr>
          <p:cNvPr id="717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971800"/>
            <a:ext cx="6324600" cy="2562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ooter Placeholder 1"/>
          <p:cNvSpPr/>
          <p:nvPr>
            <p:ph type="ftr" sz="quarter" idx="11"/>
          </p:nvPr>
        </p:nvSpPr>
        <p:spPr/>
        <p:txBody>
          <a:bodyPr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ln/>
        </p:spPr>
        <p:txBody>
          <a:bodyPr vert="horz" lIns="45720" rIns="45720" anchor="ctr" anchorCtr="0">
            <a:normAutofit/>
          </a:bodyPr>
          <a:p>
            <a:pPr algn="l">
              <a:buNone/>
            </a:pPr>
            <a:endParaRPr sz="4600" kern="1200">
              <a:latin typeface="Franklin Gothic Book" charset="0"/>
              <a:ea typeface="SimSun" panose="02010600030101010101" pitchFamily="2" charset="-122"/>
              <a:sym typeface="Franklin Gothic Book" charset="0"/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  <a:ln/>
        </p:spPr>
        <p:txBody>
          <a:bodyPr vert="horz">
            <a:normAutofit/>
          </a:bodyPr>
          <a:p>
            <a:pPr marL="421005" indent="-384175" algn="l" defTabSz="0">
              <a:buSzPct val="80000"/>
              <a:buFont typeface="Wingdings 2" charset="0"/>
              <a:buChar char=""/>
            </a:pPr>
            <a:r>
              <a:rPr lang="en-US" altLang="zh-CN" sz="22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Communication with other process is done using the Guardian Procedure calls .</a:t>
            </a:r>
            <a:endParaRPr lang="en-US" altLang="zh-CN" sz="22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indent="-384175" algn="l" defTabSz="0">
              <a:buSzPct val="80000"/>
              <a:buFont typeface="Wingdings 2" charset="0"/>
              <a:buChar char=""/>
            </a:pPr>
            <a:r>
              <a:rPr lang="en-US" altLang="zh-CN" sz="22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The  HP Non Stop Operating System (OS) includes the Guardian interface and the Open System Services (OSS) subsystem, which provides a UNIX-like interface.</a:t>
            </a:r>
            <a:endParaRPr lang="en-US" altLang="zh-CN" sz="22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indent="-384175" algn="l" defTabSz="0">
              <a:buSzPct val="80000"/>
              <a:buFont typeface="Wingdings 2" charset="0"/>
              <a:buChar char=""/>
            </a:pPr>
            <a:r>
              <a:rPr lang="en-US" altLang="zh-CN" sz="22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A requester process initiates communication with a server process by sending a message (a request) to the server. To do so, the requester process typically executes the following sequence:</a:t>
            </a:r>
            <a:endParaRPr lang="en-US" altLang="zh-CN" sz="22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indent="-384175" algn="l" defTabSz="0">
              <a:buSzPct val="80000"/>
            </a:pPr>
            <a:r>
              <a:rPr lang="en-US" altLang="zh-CN" sz="22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 1. Open the server process.</a:t>
            </a:r>
            <a:endParaRPr lang="en-US" altLang="zh-CN" sz="22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indent="-384175" algn="l" defTabSz="0">
              <a:buSzPct val="80000"/>
            </a:pPr>
            <a:r>
              <a:rPr lang="en-US" altLang="zh-CN" sz="22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 2. Create the request in a buffer in the requester’s user data stack or extended data segment.</a:t>
            </a:r>
            <a:endParaRPr lang="en-US" altLang="zh-CN" sz="22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indent="-384175" algn="l" defTabSz="0">
              <a:buSzPct val="80000"/>
            </a:pPr>
            <a:r>
              <a:rPr lang="en-US" altLang="zh-CN" sz="22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 3. Send the message to the server, optionally waiting for a reply.</a:t>
            </a:r>
            <a:endParaRPr lang="en-US" altLang="zh-CN" sz="22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ooter Placeholder 1"/>
          <p:cNvSpPr/>
          <p:nvPr>
            <p:ph type="ftr" sz="quarter" idx="11"/>
          </p:nvPr>
        </p:nvSpPr>
        <p:spPr/>
        <p:txBody>
          <a:bodyPr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ln/>
        </p:spPr>
        <p:txBody>
          <a:bodyPr vert="horz" lIns="45720" rIns="45720" anchor="ctr" anchorCtr="0">
            <a:normAutofit/>
          </a:bodyPr>
          <a:p>
            <a:pPr algn="l">
              <a:buNone/>
            </a:pPr>
            <a:r>
              <a:rPr lang="en-US" altLang="zh-CN" sz="4200" kern="1200">
                <a:latin typeface="Franklin Gothic Book" charset="0"/>
                <a:ea typeface="SimSun" panose="02010600030101010101" pitchFamily="2" charset="-122"/>
                <a:sym typeface="Franklin Gothic Book" charset="0"/>
              </a:rPr>
              <a:t>1. </a:t>
            </a:r>
            <a:r>
              <a:rPr lang="en-US" altLang="zh-CN" sz="4200" kern="1200">
                <a:solidFill>
                  <a:srgbClr val="FFFF00"/>
                </a:solidFill>
                <a:latin typeface="Franklin Gothic Book" charset="0"/>
                <a:ea typeface="SimSun" panose="02010600030101010101" pitchFamily="2" charset="-122"/>
                <a:sym typeface="Franklin Gothic Book" charset="0"/>
              </a:rPr>
              <a:t>Opening the Server Process</a:t>
            </a:r>
            <a:endParaRPr lang="en-US" altLang="zh-CN" sz="4200" kern="1200">
              <a:solidFill>
                <a:srgbClr val="FFFF00"/>
              </a:solidFill>
              <a:latin typeface="Franklin Gothic Book" charset="0"/>
              <a:ea typeface="SimSun" panose="02010600030101010101" pitchFamily="2" charset="-122"/>
              <a:sym typeface="Franklin Gothic Book" charset="0"/>
            </a:endParaRP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467600" cy="4525963"/>
          </a:xfrm>
          <a:ln/>
        </p:spPr>
        <p:txBody>
          <a:bodyPr vert="horz">
            <a:normAutofit/>
          </a:bodyPr>
          <a:p>
            <a:pPr marL="421005" indent="-384175" algn="l" defTabSz="0">
              <a:lnSpc>
                <a:spcPct val="90000"/>
              </a:lnSpc>
              <a:buSzPct val="80000"/>
              <a:buFont typeface="Wingdings 2" charset="0"/>
              <a:buChar char=""/>
            </a:pPr>
            <a:r>
              <a:rPr lang="en-US" altLang="zh-CN" sz="22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File_open_ GPC</a:t>
            </a:r>
            <a:endParaRPr lang="en-US" altLang="zh-CN" sz="22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indent="-384175" algn="l" defTabSz="0">
              <a:lnSpc>
                <a:spcPct val="90000"/>
              </a:lnSpc>
              <a:buSzPct val="80000"/>
              <a:buFont typeface="Wingdings 2" charset="0"/>
              <a:buChar char=""/>
            </a:pPr>
            <a:r>
              <a:rPr lang="en-US" altLang="zh-CN" sz="22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The FILE_OPEN_ procedure establishes a communication path between an application process</a:t>
            </a:r>
            <a:endParaRPr lang="en-US" altLang="zh-CN" sz="22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indent="-384175" algn="l" defTabSz="0">
              <a:lnSpc>
                <a:spcPct val="90000"/>
              </a:lnSpc>
              <a:buSzPct val="80000"/>
              <a:buFont typeface="Wingdings 2" charset="0"/>
              <a:buChar char=""/>
            </a:pPr>
            <a:r>
              <a:rPr lang="en-US" altLang="zh-CN" sz="15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error := FILE_OPEN_ ( {filename|pathname}:length },filenum );</a:t>
            </a:r>
            <a:endParaRPr lang="en-US" altLang="zh-CN" sz="15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indent="-384175" algn="l" defTabSz="0">
              <a:lnSpc>
                <a:spcPct val="90000"/>
              </a:lnSpc>
              <a:buSzPct val="80000"/>
              <a:buFont typeface="Wingdings 2" charset="0"/>
              <a:buChar char=""/>
            </a:pPr>
            <a:r>
              <a:rPr lang="en-US" altLang="zh-CN" sz="15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The following example opens process $SER1 for waited I/O.</a:t>
            </a:r>
            <a:endParaRPr lang="en-US" altLang="zh-CN" sz="15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lnSpc>
                <a:spcPct val="90000"/>
              </a:lnSpc>
              <a:buSzPct val="85000"/>
            </a:pPr>
            <a:r>
              <a:rPr lang="en-US" altLang="zh-CN" sz="15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FILE^NAME := "$SER1" -&gt; @S^PTR; </a:t>
            </a:r>
            <a:endParaRPr lang="en-US" altLang="zh-CN" sz="15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lnSpc>
                <a:spcPct val="90000"/>
              </a:lnSpc>
              <a:buSzPct val="85000"/>
            </a:pPr>
            <a:r>
              <a:rPr lang="en-US" altLang="zh-CN" sz="15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LENGTH := @S^PTR '-' @FILE^NAME;</a:t>
            </a:r>
            <a:endParaRPr lang="en-US" altLang="zh-CN" sz="15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lnSpc>
                <a:spcPct val="90000"/>
              </a:lnSpc>
              <a:buSzPct val="85000"/>
            </a:pPr>
            <a:r>
              <a:rPr lang="en-US" altLang="zh-CN" sz="15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ERROR := </a:t>
            </a:r>
            <a:r>
              <a:rPr lang="en-US" altLang="zh-CN" sz="1500" kern="1200">
                <a:solidFill>
                  <a:srgbClr val="FDF6C3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FILE_OPEN_(</a:t>
            </a:r>
            <a:r>
              <a:rPr lang="en-US" altLang="zh-CN" sz="15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FILE^NAME:LENGTH, FILE^NUM, ! ACCESS!, !Exclusion!, !Nowait! ) ;</a:t>
            </a:r>
            <a:endParaRPr lang="en-US" altLang="zh-CN" sz="15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lnSpc>
                <a:spcPct val="90000"/>
              </a:lnSpc>
              <a:buSzPct val="85000"/>
            </a:pPr>
            <a:r>
              <a:rPr lang="en-US" altLang="zh-CN" sz="15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 IF ERROR &lt;&gt; 0 THEN ...</a:t>
            </a:r>
            <a:endParaRPr lang="en-US" altLang="zh-CN" sz="15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lnSpc>
                <a:spcPct val="90000"/>
              </a:lnSpc>
              <a:buSzPct val="85000"/>
            </a:pPr>
            <a:endParaRPr lang="en-US" altLang="zh-CN" sz="1500" kern="1200">
              <a:solidFill>
                <a:srgbClr val="FF0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lnSpc>
                <a:spcPct val="90000"/>
              </a:lnSpc>
              <a:buSzPct val="85000"/>
            </a:pPr>
            <a:r>
              <a:rPr lang="en-US" altLang="zh-CN" sz="15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The FILE_OPEN_ procedure establishes a communication path between an application process and a file. When FILE_OPEN_ successfully completes, it returns A file number to the caller</a:t>
            </a:r>
            <a:endParaRPr lang="en-US" altLang="zh-CN" sz="1500" kern="1200">
              <a:solidFill>
                <a:srgbClr val="FF0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lnSpc>
                <a:spcPct val="90000"/>
              </a:lnSpc>
              <a:buSzPct val="85000"/>
            </a:pPr>
            <a:endParaRPr lang="en-US" altLang="zh-CN" sz="1500" kern="1200">
              <a:solidFill>
                <a:srgbClr val="FF0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lnSpc>
                <a:spcPct val="90000"/>
              </a:lnSpc>
              <a:buSzPct val="85000"/>
              <a:buFont typeface="Arial" panose="020B0604020202020204" pitchFamily="34" charset="0"/>
              <a:buChar char="○"/>
            </a:pPr>
            <a:r>
              <a:rPr lang="en-US" altLang="zh-CN" sz="1500" kern="1200">
                <a:solidFill>
                  <a:srgbClr val="FFFF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When Does Open finishes ?  Once the server opens the $RECEIVE file ….</a:t>
            </a:r>
            <a:endParaRPr lang="en-US" altLang="zh-CN" sz="24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ooter Placeholder 1"/>
          <p:cNvSpPr/>
          <p:nvPr>
            <p:ph type="ftr" sz="quarter" idx="11"/>
          </p:nvPr>
        </p:nvSpPr>
        <p:spPr/>
        <p:txBody>
          <a:bodyPr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ln/>
        </p:spPr>
        <p:txBody>
          <a:bodyPr vert="horz" lIns="45720" rIns="45720" anchor="ctr" anchorCtr="0">
            <a:normAutofit/>
          </a:bodyPr>
          <a:p>
            <a:pPr algn="l">
              <a:buNone/>
            </a:pPr>
            <a:r>
              <a:rPr lang="en-US" altLang="zh-CN" sz="3600" kern="1200">
                <a:solidFill>
                  <a:srgbClr val="FFFF00"/>
                </a:solidFill>
                <a:latin typeface="Franklin Gothic Book" charset="0"/>
                <a:ea typeface="SimSun" panose="02010600030101010101" pitchFamily="2" charset="-122"/>
                <a:sym typeface="Franklin Gothic Book" charset="0"/>
              </a:rPr>
              <a:t>Writing Messages to Another Process </a:t>
            </a:r>
            <a:r>
              <a:rPr lang="en-US" altLang="zh-CN" sz="3600" kern="1200">
                <a:latin typeface="Franklin Gothic Book" charset="0"/>
                <a:ea typeface="SimSun" panose="02010600030101010101" pitchFamily="2" charset="-122"/>
                <a:sym typeface="Franklin Gothic Book" charset="0"/>
              </a:rPr>
              <a:t>: </a:t>
            </a:r>
            <a:endParaRPr lang="en-US" altLang="zh-CN" sz="3600" kern="1200">
              <a:latin typeface="Franklin Gothic Book" charset="0"/>
              <a:ea typeface="SimSun" panose="02010600030101010101" pitchFamily="2" charset="-122"/>
              <a:sym typeface="Franklin Gothic Book" charset="0"/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467600" cy="4525963"/>
          </a:xfrm>
          <a:ln/>
        </p:spPr>
        <p:txBody>
          <a:bodyPr vert="horz">
            <a:normAutofit/>
          </a:bodyPr>
          <a:p>
            <a:pPr marL="421005" indent="-384175" algn="l" defTabSz="0">
              <a:buSzPct val="80000"/>
              <a:buFont typeface="Wingdings 2" charset="0"/>
              <a:buChar char=""/>
            </a:pPr>
            <a:r>
              <a:rPr lang="en-US" altLang="zh-CN" sz="24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Once file is opened a file number is assigned to it </a:t>
            </a:r>
            <a:endParaRPr lang="en-US" altLang="zh-CN" sz="24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indent="-384175" algn="l" defTabSz="0">
              <a:buSzPct val="80000"/>
              <a:buFont typeface="Wingdings 2" charset="0"/>
              <a:buChar char=""/>
            </a:pPr>
            <a:r>
              <a:rPr lang="en-US" altLang="zh-CN" sz="24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To send a message, you use either the WRITE[X] or WRITEREAD[X] procedure. For two-way communication (reply data expected), you should use WRITEREAD[X]. </a:t>
            </a:r>
            <a:endParaRPr lang="en-US" altLang="zh-CN" sz="24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indent="-384175" algn="l" defTabSz="0">
              <a:buSzPct val="80000"/>
              <a:buFont typeface="Wingdings 2" charset="0"/>
              <a:buChar char=""/>
            </a:pPr>
            <a:r>
              <a:rPr lang="en-US" altLang="zh-CN" sz="24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For one-way communication (no reply data expected) , you can use a call to WRITE[X] </a:t>
            </a:r>
            <a:endParaRPr lang="en-US" altLang="zh-CN" sz="24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indent="-384175" algn="l" defTabSz="0">
              <a:buSzPct val="80000"/>
              <a:buFont typeface="Wingdings 2" charset="0"/>
              <a:buChar char=""/>
            </a:pPr>
            <a:r>
              <a:rPr lang="en-US" altLang="zh-CN" sz="24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one-way communication with error return use WRITEREAD[X].</a:t>
            </a:r>
            <a:endParaRPr lang="en-US" altLang="zh-CN" sz="24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ooter Placeholder 1"/>
          <p:cNvSpPr/>
          <p:nvPr>
            <p:ph type="ftr" sz="quarter" idx="11"/>
          </p:nvPr>
        </p:nvSpPr>
        <p:spPr/>
        <p:txBody>
          <a:bodyPr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  <a:ln/>
        </p:spPr>
        <p:txBody>
          <a:bodyPr vert="horz" lIns="45720" rIns="45720" anchor="ctr" anchorCtr="0">
            <a:normAutofit/>
          </a:bodyPr>
          <a:p>
            <a:pPr algn="l">
              <a:buNone/>
            </a:pPr>
            <a:endParaRPr sz="4600" kern="1200">
              <a:latin typeface="Franklin Gothic Book" charset="0"/>
              <a:ea typeface="SimSun" panose="02010600030101010101" pitchFamily="2" charset="-122"/>
              <a:sym typeface="Franklin Gothic Book" charset="0"/>
            </a:endParaRP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7467600" cy="4983163"/>
          </a:xfrm>
          <a:ln/>
        </p:spPr>
        <p:txBody>
          <a:bodyPr vert="horz">
            <a:normAutofit/>
          </a:bodyPr>
          <a:p>
            <a:pPr marL="421005" indent="-384175" algn="l" defTabSz="0">
              <a:lnSpc>
                <a:spcPct val="90000"/>
              </a:lnSpc>
              <a:buSzPct val="80000"/>
              <a:buFont typeface="Wingdings 2" charset="0"/>
              <a:buChar char=""/>
            </a:pPr>
            <a:r>
              <a:rPr lang="en-US" altLang="zh-CN" sz="24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Writing a Message: No Reply Data Expected </a:t>
            </a:r>
            <a:endParaRPr lang="en-US" altLang="zh-CN" sz="24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indent="-384175" algn="l" defTabSz="0">
              <a:lnSpc>
                <a:spcPct val="90000"/>
              </a:lnSpc>
              <a:buSzPct val="80000"/>
              <a:buFont typeface="Wingdings 2" charset="0"/>
              <a:buChar char=""/>
            </a:pPr>
            <a:r>
              <a:rPr lang="en-US" altLang="zh-CN" sz="24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The following example writes a message to a process without expecting any reply data. Here, the process has been opened using waited I/O.</a:t>
            </a:r>
            <a:endParaRPr lang="en-US" altLang="zh-CN" sz="24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722630" lvl="1" indent="-273050" algn="l">
              <a:lnSpc>
                <a:spcPct val="90000"/>
              </a:lnSpc>
              <a:buSzPct val="90000"/>
            </a:pPr>
            <a:r>
              <a:rPr lang="en-US" altLang="zh-CN" sz="14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SBUFFER ':=' REQUEST.MESSAGE FOR $LEN(REQUEST.MESSAGE); </a:t>
            </a:r>
            <a:endParaRPr lang="en-US" altLang="zh-CN" sz="14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722630" lvl="1" indent="-273050" algn="l">
              <a:lnSpc>
                <a:spcPct val="90000"/>
              </a:lnSpc>
              <a:buSzPct val="90000"/>
            </a:pPr>
            <a:r>
              <a:rPr lang="en-US" altLang="zh-CN" sz="14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CALL </a:t>
            </a:r>
            <a:r>
              <a:rPr lang="en-US" altLang="zh-CN" sz="1400" kern="1200">
                <a:solidFill>
                  <a:srgbClr val="FDF6C3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WRITE[X] </a:t>
            </a:r>
            <a:r>
              <a:rPr lang="en-US" altLang="zh-CN" sz="14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(FILE^NUM, </a:t>
            </a:r>
            <a:endParaRPr lang="en-US" altLang="zh-CN" sz="14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722630" lvl="1" indent="-273050" algn="l">
              <a:lnSpc>
                <a:spcPct val="90000"/>
              </a:lnSpc>
              <a:buSzPct val="90000"/>
            </a:pPr>
            <a:r>
              <a:rPr lang="en-US" altLang="zh-CN" sz="14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			SBUFFER, $LEN(REQUEST.MESSAGE),</a:t>
            </a:r>
            <a:endParaRPr lang="en-US" altLang="zh-CN" sz="14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722630" lvl="1" indent="-273050" algn="l">
              <a:lnSpc>
                <a:spcPct val="90000"/>
              </a:lnSpc>
              <a:buSzPct val="90000"/>
            </a:pPr>
            <a:r>
              <a:rPr lang="en-US" altLang="zh-CN" sz="14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			COUNT^WRITTEN); </a:t>
            </a:r>
            <a:endParaRPr lang="en-US" altLang="zh-CN" sz="14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722630" lvl="1" indent="-273050" algn="l">
              <a:lnSpc>
                <a:spcPct val="90000"/>
              </a:lnSpc>
              <a:buSzPct val="90000"/>
            </a:pPr>
            <a:endParaRPr lang="en-US" altLang="zh-CN" sz="1400" kern="1200">
              <a:solidFill>
                <a:srgbClr val="FF0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722630" lvl="1" indent="-273050" algn="l">
              <a:lnSpc>
                <a:spcPct val="90000"/>
              </a:lnSpc>
              <a:buSzPct val="90000"/>
              <a:buFont typeface="Wingdings 2" charset="0"/>
              <a:buChar char=""/>
            </a:pPr>
            <a:r>
              <a:rPr lang="en-US" altLang="zh-CN" sz="16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The WRITE[X] procedures write data from an array in the application program to an open file</a:t>
            </a:r>
            <a:endParaRPr lang="en-US" altLang="zh-CN" sz="1600" kern="1200">
              <a:solidFill>
                <a:srgbClr val="FF0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722630" lvl="1" indent="-273050" algn="l">
              <a:lnSpc>
                <a:spcPct val="90000"/>
              </a:lnSpc>
              <a:buSzPct val="90000"/>
              <a:buFont typeface="Wingdings 2" charset="0"/>
              <a:buChar char=""/>
            </a:pPr>
            <a:r>
              <a:rPr lang="en-US" altLang="zh-CN" sz="16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The WRITE procedure is intended for use with 16-bit addresses, while WRITEX is intended for use with 32-bit extended addresses.</a:t>
            </a:r>
            <a:endParaRPr lang="en-US" altLang="zh-CN" sz="16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722630" lvl="1" indent="-273050" algn="l">
              <a:lnSpc>
                <a:spcPct val="90000"/>
              </a:lnSpc>
              <a:buSzPct val="90000"/>
            </a:pPr>
            <a:endParaRPr lang="en-US" altLang="zh-CN" sz="1400" kern="1200">
              <a:solidFill>
                <a:srgbClr val="FF0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722630" lvl="1" indent="-273050" algn="l">
              <a:lnSpc>
                <a:spcPct val="90000"/>
              </a:lnSpc>
              <a:buSzPct val="90000"/>
              <a:buFont typeface="Wingdings 2" charset="0"/>
              <a:buChar char=""/>
            </a:pPr>
            <a:r>
              <a:rPr lang="en-US" altLang="zh-CN" sz="16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The WRITE[X] procedure returns when the recipient process has read the message by issuing a READ[X] procedure call or has called REPLY[X] to respond to the message after having read it with READUPDATE[X];</a:t>
            </a:r>
            <a:endParaRPr lang="en-US" altLang="zh-CN" sz="1600" kern="1200">
              <a:solidFill>
                <a:srgbClr val="FF0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ooter Placeholder 1"/>
          <p:cNvSpPr/>
          <p:nvPr>
            <p:ph type="ftr" sz="quarter" idx="11"/>
          </p:nvPr>
        </p:nvSpPr>
        <p:spPr/>
        <p:txBody>
          <a:bodyPr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  <a:ln/>
        </p:spPr>
        <p:txBody>
          <a:bodyPr vert="horz" lIns="45720" rIns="45720" anchor="ctr" anchorCtr="0">
            <a:normAutofit/>
          </a:bodyPr>
          <a:p>
            <a:pPr algn="l">
              <a:buNone/>
            </a:pPr>
            <a:endParaRPr sz="4600" kern="1200">
              <a:latin typeface="Franklin Gothic Book" charset="0"/>
              <a:ea typeface="SimSun" panose="02010600030101010101" pitchFamily="2" charset="-122"/>
              <a:sym typeface="Franklin Gothic Book" charset="0"/>
            </a:endParaRP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7467600" cy="4983163"/>
          </a:xfrm>
          <a:ln/>
        </p:spPr>
        <p:txBody>
          <a:bodyPr vert="horz">
            <a:normAutofit/>
          </a:bodyPr>
          <a:p>
            <a:pPr marL="421005" indent="-384175" algn="l" defTabSz="0">
              <a:buSzPct val="80000"/>
              <a:buFont typeface="Wingdings 2" charset="0"/>
              <a:buChar char=""/>
            </a:pPr>
            <a:r>
              <a:rPr lang="en-US" altLang="zh-CN" sz="19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If you opened the process using nowait I/O, then the WRITE[X] procedure returns immediately. </a:t>
            </a:r>
            <a:endParaRPr lang="en-US" altLang="zh-CN" sz="19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indent="-384175" algn="l" defTabSz="0">
              <a:buSzPct val="80000"/>
              <a:buFont typeface="Wingdings 2" charset="0"/>
              <a:buChar char=""/>
            </a:pPr>
            <a:r>
              <a:rPr lang="en-US" altLang="zh-CN" sz="19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The requester and server become synchronized when the requester completes the corresponding call to AWAITIO[X]. The following example shows how this part of the requester might be coded:</a:t>
            </a:r>
            <a:endParaRPr lang="en-US" altLang="zh-CN" sz="19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722630" lvl="1" indent="-273050" algn="l">
              <a:buSzPct val="90000"/>
            </a:pPr>
            <a:r>
              <a:rPr lang="en-US" altLang="zh-CN" sz="26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	</a:t>
            </a:r>
            <a:r>
              <a:rPr lang="en-US" altLang="zh-CN" sz="17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LENGTH := $LEN(REQUEST.MESSAGE); </a:t>
            </a:r>
            <a:endParaRPr lang="en-US" altLang="zh-CN" sz="17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722630" lvl="1" indent="-273050" algn="l">
              <a:buSzPct val="90000"/>
            </a:pPr>
            <a:r>
              <a:rPr lang="en-US" altLang="zh-CN" sz="17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	SBUFFER ':=' REQUEST.MESSAGE FOR LENGTH; </a:t>
            </a:r>
            <a:endParaRPr lang="en-US" altLang="zh-CN" sz="17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722630" lvl="1" indent="-273050" algn="l">
              <a:buSzPct val="90000"/>
            </a:pPr>
            <a:r>
              <a:rPr lang="en-US" altLang="zh-CN" sz="17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	CALL </a:t>
            </a:r>
            <a:r>
              <a:rPr lang="en-US" altLang="zh-CN" sz="1700" kern="1200">
                <a:solidFill>
                  <a:srgbClr val="FDF6C3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WRITEX</a:t>
            </a:r>
            <a:r>
              <a:rPr lang="en-US" altLang="zh-CN" sz="17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 (	PROC^NUM, SBUFFER, LENGTH, 				COUNT^WRITTEN); </a:t>
            </a:r>
            <a:endParaRPr lang="en-US" altLang="zh-CN" sz="17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722630" lvl="1" indent="-273050" algn="l">
              <a:buSzPct val="90000"/>
            </a:pPr>
            <a:r>
              <a:rPr lang="en-US" altLang="zh-CN" sz="17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	</a:t>
            </a:r>
            <a:r>
              <a:rPr lang="en-US" altLang="zh-CN" sz="18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 IF  &lt;&gt; THEN ...</a:t>
            </a:r>
            <a:endParaRPr lang="en-US" altLang="zh-CN" sz="17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722630" lvl="1" indent="-273050" algn="l">
              <a:buSzPct val="90000"/>
            </a:pPr>
            <a:r>
              <a:rPr lang="en-US" altLang="zh-CN" sz="17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	CALL AWAITIOX(PROC^NUM ); </a:t>
            </a:r>
            <a:endParaRPr lang="en-US" altLang="zh-CN" sz="17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722630" lvl="1" indent="-273050" algn="l">
              <a:buSzPct val="90000"/>
            </a:pPr>
            <a:r>
              <a:rPr lang="en-US" altLang="zh-CN" sz="17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	IF &lt;&gt; THEN ...</a:t>
            </a:r>
            <a:endParaRPr lang="en-US" altLang="zh-CN" sz="17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722630" lvl="1" indent="-273050" algn="l">
              <a:buSzPct val="90000"/>
            </a:pPr>
            <a:endParaRPr lang="en-US" altLang="zh-CN" sz="1700" kern="1200">
              <a:solidFill>
                <a:srgbClr val="FF0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ooter Placeholder 1"/>
          <p:cNvSpPr/>
          <p:nvPr>
            <p:ph type="ftr" sz="quarter" idx="11"/>
          </p:nvPr>
        </p:nvSpPr>
        <p:spPr/>
        <p:txBody>
          <a:bodyPr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ln/>
        </p:spPr>
        <p:txBody>
          <a:bodyPr vert="horz" lIns="45720" rIns="45720" anchor="ctr" anchorCtr="0">
            <a:normAutofit/>
          </a:bodyPr>
          <a:p>
            <a:pPr algn="l">
              <a:buNone/>
            </a:pPr>
            <a:endParaRPr sz="4600" kern="1200">
              <a:latin typeface="Franklin Gothic Book" charset="0"/>
              <a:ea typeface="SimSun" panose="02010600030101010101" pitchFamily="2" charset="-122"/>
              <a:sym typeface="Franklin Gothic Book" charset="0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467600" cy="5105400"/>
          </a:xfrm>
          <a:ln/>
        </p:spPr>
        <p:txBody>
          <a:bodyPr vert="horz">
            <a:normAutofit/>
          </a:bodyPr>
          <a:p>
            <a:pPr marL="421005" indent="-384175" algn="l" defTabSz="0">
              <a:buSzPct val="80000"/>
              <a:buFont typeface="Wingdings 2" charset="0"/>
              <a:buChar char=""/>
            </a:pPr>
            <a:r>
              <a:rPr lang="en-US" altLang="zh-CN" sz="1400" kern="1200">
                <a:solidFill>
                  <a:srgbClr val="FFFF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Writing a Message: Reply Data Expected </a:t>
            </a:r>
            <a:endParaRPr lang="en-US" altLang="zh-CN" sz="1400" kern="1200">
              <a:solidFill>
                <a:srgbClr val="FFFF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indent="-384175" algn="l" defTabSz="0">
              <a:buSzPct val="80000"/>
              <a:buFont typeface="Wingdings 2" charset="0"/>
              <a:buChar char=""/>
            </a:pPr>
            <a:r>
              <a:rPr lang="en-US" altLang="zh-CN" sz="16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Two-way communication expects reply data in reply to a written message. Here, you use the WRITEREAD[X] procedure to send the message to the server and receive the reply from the server in the same buffer</a:t>
            </a:r>
            <a:endParaRPr lang="en-US" altLang="zh-CN" sz="16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indent="-384175" algn="l" defTabSz="0">
              <a:buSzPct val="80000"/>
              <a:buFont typeface="Wingdings 2" charset="0"/>
              <a:buChar char=""/>
            </a:pPr>
            <a:r>
              <a:rPr lang="en-US" altLang="zh-CN" sz="16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This example assumes waited I/O. </a:t>
            </a:r>
            <a:endParaRPr lang="en-US" altLang="zh-CN" sz="16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buSzPct val="85000"/>
            </a:pPr>
            <a:endParaRPr lang="en-US" altLang="zh-CN" sz="900" kern="1200">
              <a:solidFill>
                <a:srgbClr val="FF0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buSzPct val="85000"/>
            </a:pPr>
            <a:r>
              <a:rPr lang="en-US" altLang="zh-CN" sz="12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STRUCT .RECORD; </a:t>
            </a:r>
            <a:endParaRPr lang="en-US" altLang="zh-CN" sz="12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buSzPct val="85000"/>
            </a:pPr>
            <a:r>
              <a:rPr lang="en-US" altLang="zh-CN" sz="12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BEGIN </a:t>
            </a:r>
            <a:endParaRPr lang="en-US" altLang="zh-CN" sz="12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buSzPct val="85000"/>
            </a:pPr>
            <a:r>
              <a:rPr lang="en-US" altLang="zh-CN" sz="12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INT FUNCTION^CODE; </a:t>
            </a:r>
            <a:endParaRPr lang="en-US" altLang="zh-CN" sz="12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buSzPct val="85000"/>
            </a:pPr>
            <a:r>
              <a:rPr lang="en-US" altLang="zh-CN" sz="12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INT ACCOUNT^NUMBER; </a:t>
            </a:r>
            <a:endParaRPr lang="en-US" altLang="zh-CN" sz="12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buSzPct val="85000"/>
            </a:pPr>
            <a:r>
              <a:rPr lang="en-US" altLang="zh-CN" sz="12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INT AMOUNT; </a:t>
            </a:r>
            <a:endParaRPr lang="en-US" altLang="zh-CN" sz="12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buSzPct val="85000"/>
            </a:pPr>
            <a:r>
              <a:rPr lang="en-US" altLang="zh-CN" sz="12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END; </a:t>
            </a:r>
            <a:endParaRPr lang="en-US" altLang="zh-CN" sz="12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buSzPct val="85000"/>
            </a:pPr>
            <a:r>
              <a:rPr lang="en-US" altLang="zh-CN" sz="12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RECORD.FUNCTION^CODE := ADD; </a:t>
            </a:r>
            <a:endParaRPr lang="en-US" altLang="zh-CN" sz="12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buSzPct val="85000"/>
            </a:pPr>
            <a:r>
              <a:rPr lang="en-US" altLang="zh-CN" sz="12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RECORD.AMOUNT := 250; </a:t>
            </a:r>
            <a:endParaRPr lang="en-US" altLang="zh-CN" sz="12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buSzPct val="85000"/>
            </a:pPr>
            <a:r>
              <a:rPr lang="en-US" altLang="zh-CN" sz="12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RECORD.ACCOUNT^NUMBER := 16735; </a:t>
            </a:r>
            <a:endParaRPr lang="en-US" altLang="zh-CN" sz="12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buSzPct val="85000"/>
            </a:pPr>
            <a:r>
              <a:rPr lang="en-US" altLang="zh-CN" sz="12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WCOUNT := $LEN(RECORD); </a:t>
            </a:r>
            <a:endParaRPr lang="en-US" altLang="zh-CN" sz="12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buSzPct val="85000"/>
            </a:pPr>
            <a:r>
              <a:rPr lang="en-US" altLang="zh-CN" sz="12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RCOUNT := $LEN(RECORD); </a:t>
            </a:r>
            <a:endParaRPr lang="en-US" altLang="zh-CN" sz="12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buSzPct val="85000"/>
            </a:pPr>
            <a:r>
              <a:rPr lang="en-US" altLang="zh-CN" sz="12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CALL </a:t>
            </a:r>
            <a:r>
              <a:rPr lang="en-US" altLang="zh-CN" sz="12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WRITEREADX</a:t>
            </a:r>
            <a:r>
              <a:rPr lang="en-US" altLang="zh-CN" sz="12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(PROC^NUM, RECORD, WCOUNT, RCOUNT, COUNT^READ); </a:t>
            </a:r>
            <a:endParaRPr lang="en-US" altLang="zh-CN" sz="12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buSzPct val="85000"/>
            </a:pPr>
            <a:r>
              <a:rPr lang="en-US" altLang="zh-CN" sz="12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IF &lt;&gt; THEN ... </a:t>
            </a:r>
            <a:endParaRPr lang="en-US" altLang="zh-CN" sz="12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indent="-384175" algn="l" defTabSz="0">
              <a:buSzPct val="80000"/>
              <a:buFont typeface="Wingdings 2" charset="0"/>
              <a:buChar char=""/>
            </a:pPr>
            <a:endParaRPr lang="en-US" altLang="zh-CN" sz="30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ooter Placeholder 1"/>
          <p:cNvSpPr/>
          <p:nvPr>
            <p:ph type="ftr" sz="quarter" idx="11"/>
          </p:nvPr>
        </p:nvSpPr>
        <p:spPr/>
        <p:txBody>
          <a:bodyPr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  <a:ln/>
        </p:spPr>
        <p:txBody>
          <a:bodyPr vert="horz" lIns="45720" rIns="45720" anchor="ctr" anchorCtr="0">
            <a:normAutofit/>
          </a:bodyPr>
          <a:p>
            <a:pPr algn="l">
              <a:buNone/>
            </a:pPr>
            <a:endParaRPr sz="4600" kern="1200">
              <a:latin typeface="Franklin Gothic Book" charset="0"/>
              <a:ea typeface="SimSun" panose="02010600030101010101" pitchFamily="2" charset="-122"/>
              <a:sym typeface="Franklin Gothic Book" charset="0"/>
            </a:endParaRP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7467600" cy="4906963"/>
          </a:xfrm>
          <a:ln/>
        </p:spPr>
        <p:txBody>
          <a:bodyPr vert="horz">
            <a:normAutofit/>
          </a:bodyPr>
          <a:p>
            <a:pPr marL="421005" indent="-384175" algn="l" defTabSz="0">
              <a:buSzPct val="80000"/>
              <a:buFont typeface="Wingdings 2" charset="0"/>
              <a:buChar char=""/>
            </a:pPr>
            <a:r>
              <a:rPr lang="en-US" altLang="zh-CN" sz="24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On Server  first open $RECEIVE to read the message being sent by the requester</a:t>
            </a:r>
            <a:endParaRPr lang="en-US" altLang="zh-CN" sz="24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lvl="2" indent="-384175" algn="l">
              <a:buSzPct val="85000"/>
            </a:pP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FILE^NAME ':=' "</a:t>
            </a:r>
            <a:r>
              <a:rPr lang="en-US" altLang="zh-CN" sz="16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$RECEIVE</a:t>
            </a: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";</a:t>
            </a:r>
            <a:endParaRPr lang="en-US" altLang="zh-CN" sz="16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lvl="2" indent="-384175" algn="l">
              <a:buSzPct val="85000"/>
            </a:pP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LENGTH := 8; </a:t>
            </a:r>
            <a:endParaRPr lang="en-US" altLang="zh-CN" sz="16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lvl="2" indent="-384175" algn="l">
              <a:buSzPct val="85000"/>
            </a:pP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RECV^DEPTH := 1; </a:t>
            </a:r>
            <a:endParaRPr lang="en-US" altLang="zh-CN" sz="16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lvl="2" indent="-384175" algn="l">
              <a:buSzPct val="85000"/>
            </a:pP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ERROR := </a:t>
            </a:r>
            <a:r>
              <a:rPr lang="en-US" altLang="zh-CN" sz="16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FILE_OPEN_( </a:t>
            </a: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FILE^NAME:LENGTH, RECV^NUM, !access!, !exclusion!, !nowait^depth!, RECV^DEPTH );</a:t>
            </a:r>
            <a:endParaRPr lang="en-US" altLang="zh-CN" sz="16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lvl="2" indent="-384175" algn="l">
              <a:buSzPct val="85000"/>
            </a:pP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 IF ERROR &lt;&gt; 0 THEN ...</a:t>
            </a:r>
            <a:endParaRPr lang="en-US" altLang="zh-CN" sz="16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lvl="2" indent="-384175" algn="l">
              <a:buSzPct val="85000"/>
            </a:pPr>
            <a:endParaRPr lang="en-US" altLang="zh-CN" sz="1600" kern="1200">
              <a:solidFill>
                <a:srgbClr val="FF0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lvl="2" indent="-384175" algn="l">
              <a:buClr>
                <a:schemeClr val="accent1"/>
              </a:buClr>
              <a:buSzPct val="80000"/>
              <a:buFont typeface="Wingdings 2" charset="0"/>
              <a:buChar char=""/>
            </a:pPr>
            <a:r>
              <a:rPr lang="en-US" altLang="zh-CN" sz="24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Use the READUPDATE[X] procedure to read a message from $RECEIVE if you want to reply to the message with data.</a:t>
            </a:r>
            <a:endParaRPr lang="en-US" altLang="zh-CN" sz="24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lvl="2" indent="-384175" algn="l">
              <a:buSzPct val="85000"/>
            </a:pP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CALL </a:t>
            </a:r>
            <a:r>
              <a:rPr lang="en-US" altLang="zh-CN" sz="16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READUPDATE[X</a:t>
            </a: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] ( RECV^NUM, SBUFFER, RCOUNT ); </a:t>
            </a:r>
            <a:endParaRPr lang="en-US" altLang="zh-CN" sz="16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lvl="2" indent="-384175" algn="l">
              <a:buSzPct val="85000"/>
            </a:pP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IF &lt;&gt; THEN ...</a:t>
            </a:r>
            <a:endParaRPr lang="en-US" altLang="zh-CN" sz="16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ooter Placeholder 1"/>
          <p:cNvSpPr/>
          <p:nvPr>
            <p:ph type="ftr" sz="quarter" idx="11"/>
          </p:nvPr>
        </p:nvSpPr>
        <p:spPr/>
        <p:txBody>
          <a:bodyPr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ln/>
        </p:spPr>
        <p:txBody>
          <a:bodyPr vert="horz" lIns="45720" rIns="45720" anchor="ctr" anchorCtr="0">
            <a:normAutofit/>
          </a:bodyPr>
          <a:p>
            <a:pPr algn="l">
              <a:buNone/>
            </a:pPr>
            <a:endParaRPr sz="4600" kern="1200">
              <a:latin typeface="Franklin Gothic Book" charset="0"/>
              <a:ea typeface="SimSun" panose="02010600030101010101" pitchFamily="2" charset="-122"/>
              <a:sym typeface="Franklin Gothic Book" charset="0"/>
            </a:endParaRP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467600" cy="4525963"/>
          </a:xfrm>
          <a:ln/>
        </p:spPr>
        <p:txBody>
          <a:bodyPr vert="horz">
            <a:normAutofit/>
          </a:bodyPr>
          <a:p>
            <a:pPr marL="421005" indent="-384175" algn="l" defTabSz="0">
              <a:lnSpc>
                <a:spcPct val="90000"/>
              </a:lnSpc>
              <a:buSzPct val="80000"/>
              <a:buFont typeface="Wingdings 2" charset="0"/>
              <a:buChar char=""/>
            </a:pPr>
            <a:r>
              <a:rPr lang="en-US" altLang="zh-CN" sz="24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After reading a message from $RECEIVE using the READUPDATEX procedure, use the REPLYX procedure to send the reply.</a:t>
            </a:r>
            <a:endParaRPr lang="en-US" altLang="zh-CN" sz="24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lnSpc>
                <a:spcPct val="90000"/>
              </a:lnSpc>
              <a:buSzPct val="85000"/>
            </a:pP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STRUCT .RECORD; </a:t>
            </a:r>
            <a:endParaRPr lang="en-US" altLang="zh-CN" sz="16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lnSpc>
                <a:spcPct val="90000"/>
              </a:lnSpc>
              <a:buSzPct val="85000"/>
            </a:pP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BEGIN </a:t>
            </a:r>
            <a:endParaRPr lang="en-US" altLang="zh-CN" sz="16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lnSpc>
                <a:spcPct val="90000"/>
              </a:lnSpc>
              <a:buSzPct val="85000"/>
            </a:pP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INT FUNCTION^CODE; </a:t>
            </a:r>
            <a:endParaRPr lang="en-US" altLang="zh-CN" sz="16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lnSpc>
                <a:spcPct val="90000"/>
              </a:lnSpc>
              <a:buSzPct val="85000"/>
            </a:pP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INT ACCOUNT^NUMBER;</a:t>
            </a:r>
            <a:endParaRPr lang="en-US" altLang="zh-CN" sz="16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lnSpc>
                <a:spcPct val="90000"/>
              </a:lnSpc>
              <a:buSzPct val="85000"/>
            </a:pP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 INT AMOUNT; </a:t>
            </a:r>
            <a:endParaRPr lang="en-US" altLang="zh-CN" sz="16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lnSpc>
                <a:spcPct val="90000"/>
              </a:lnSpc>
              <a:buSzPct val="85000"/>
            </a:pP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END; </a:t>
            </a:r>
            <a:endParaRPr lang="en-US" altLang="zh-CN" sz="16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lnSpc>
                <a:spcPct val="90000"/>
              </a:lnSpc>
              <a:buSzPct val="85000"/>
            </a:pP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RECORD.AMOUNT := 1250; </a:t>
            </a:r>
            <a:endParaRPr lang="en-US" altLang="zh-CN" sz="16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lnSpc>
                <a:spcPct val="90000"/>
              </a:lnSpc>
              <a:buSzPct val="85000"/>
            </a:pP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WCOUNT := $LEN(RECORD);</a:t>
            </a:r>
            <a:endParaRPr lang="en-US" altLang="zh-CN" sz="16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lnSpc>
                <a:spcPct val="90000"/>
              </a:lnSpc>
              <a:buSzPct val="85000"/>
            </a:pP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 ERROR := 0; </a:t>
            </a:r>
            <a:endParaRPr lang="en-US" altLang="zh-CN" sz="16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lnSpc>
                <a:spcPct val="90000"/>
              </a:lnSpc>
              <a:buSzPct val="85000"/>
            </a:pP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CALL</a:t>
            </a:r>
            <a:r>
              <a:rPr lang="en-US" altLang="zh-CN" sz="16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 REPLYX</a:t>
            </a: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( RECORD, WCOUNT, !count^written!, !message^tag!, ERROR); </a:t>
            </a:r>
            <a:endParaRPr lang="en-US" altLang="zh-CN" sz="16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lnSpc>
                <a:spcPct val="90000"/>
              </a:lnSpc>
              <a:buSzPct val="85000"/>
            </a:pP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IF &lt;&gt; THEN ...</a:t>
            </a:r>
            <a:endParaRPr lang="en-US" altLang="zh-CN" sz="16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ooter Placeholder 1"/>
          <p:cNvSpPr/>
          <p:nvPr>
            <p:ph type="ftr" sz="quarter" idx="11"/>
          </p:nvPr>
        </p:nvSpPr>
        <p:spPr/>
        <p:txBody>
          <a:bodyPr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ln/>
        </p:spPr>
        <p:txBody>
          <a:bodyPr vert="horz" lIns="45720" rIns="45720" anchor="ctr" anchorCtr="0">
            <a:normAutofit/>
          </a:bodyPr>
          <a:p>
            <a:pPr algn="l">
              <a:buNone/>
            </a:pPr>
            <a:endParaRPr sz="4600" kern="1200">
              <a:latin typeface="Franklin Gothic Book" charset="0"/>
              <a:ea typeface="SimSun" panose="02010600030101010101" pitchFamily="2" charset="-122"/>
              <a:sym typeface="Franklin Gothic Book" charset="0"/>
            </a:endParaRP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467600" cy="4525963"/>
          </a:xfrm>
          <a:ln/>
        </p:spPr>
        <p:txBody>
          <a:bodyPr vert="horz">
            <a:normAutofit/>
          </a:bodyPr>
          <a:p>
            <a:pPr marL="421005" indent="-384175" algn="l" defTabSz="0">
              <a:buSzPct val="80000"/>
              <a:buFont typeface="Wingdings 2" charset="0"/>
              <a:buChar char=""/>
            </a:pPr>
            <a:r>
              <a:rPr lang="en-US" altLang="zh-CN" sz="24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Closing $RECEIVE You explicitly close $RECEIVE as you would any file using the FILE_CLOSE_ procedure: </a:t>
            </a:r>
            <a:endParaRPr lang="en-US" altLang="zh-CN" sz="24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buSzPct val="85000"/>
            </a:pP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ERROR := </a:t>
            </a:r>
            <a:r>
              <a:rPr lang="en-US" altLang="zh-CN" sz="16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FILE_CLOSE</a:t>
            </a: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_(RECV^NUM); </a:t>
            </a:r>
            <a:endParaRPr lang="en-US" altLang="zh-CN" sz="16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buSzPct val="85000"/>
            </a:pPr>
            <a:r>
              <a:rPr lang="en-US" altLang="zh-CN" sz="1600" kern="1200">
                <a:solidFill>
                  <a:srgbClr val="FFC0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IF ERROR &lt;&gt; 0 THEN ...</a:t>
            </a:r>
            <a:endParaRPr lang="en-US" altLang="zh-CN" sz="1600" kern="1200">
              <a:solidFill>
                <a:srgbClr val="FFC0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indent="-384175" algn="l" defTabSz="0">
              <a:buSzPct val="80000"/>
              <a:buFont typeface="Wingdings 2" charset="0"/>
              <a:buChar char=""/>
            </a:pPr>
            <a:r>
              <a:rPr lang="en-US" altLang="zh-CN" sz="30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 </a:t>
            </a:r>
            <a:r>
              <a:rPr lang="en-US" altLang="zh-CN" sz="24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As for any file, if you do not explicitly close $RECEIVE, then the file is implicitly closed when the process terminates.</a:t>
            </a:r>
            <a:endParaRPr lang="en-US" altLang="zh-CN" sz="24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ooter Placeholder 1"/>
          <p:cNvSpPr/>
          <p:nvPr>
            <p:ph type="ftr" sz="quarter" idx="11"/>
          </p:nvPr>
        </p:nvSpPr>
        <p:spPr/>
        <p:txBody>
          <a:bodyPr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ln/>
        </p:spPr>
        <p:txBody>
          <a:bodyPr vert="horz" lIns="45720" rIns="45720" anchor="ctr" anchorCtr="0">
            <a:normAutofit/>
          </a:bodyPr>
          <a:p>
            <a:pPr algn="l">
              <a:buNone/>
            </a:pPr>
            <a:endParaRPr sz="4600" kern="1200">
              <a:latin typeface="Franklin Gothic Book" charset="0"/>
              <a:ea typeface="SimSun" panose="02010600030101010101" pitchFamily="2" charset="-122"/>
              <a:sym typeface="Franklin Gothic Book" charset="0"/>
            </a:endParaRPr>
          </a:p>
        </p:txBody>
      </p:sp>
      <p:pic>
        <p:nvPicPr>
          <p:cNvPr id="17411" name="Picture 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8077200" cy="7315200"/>
          </a:xfrm>
          <a:ln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ooter Placeholder 1"/>
          <p:cNvSpPr/>
          <p:nvPr>
            <p:ph type="ftr" sz="quarter" idx="11"/>
          </p:nvPr>
        </p:nvSpPr>
        <p:spPr/>
        <p:txBody>
          <a:bodyPr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ln/>
        </p:spPr>
        <p:txBody>
          <a:bodyPr vert="horz" lIns="45720" rIns="45720" anchor="ctr" anchorCtr="0">
            <a:normAutofit/>
          </a:bodyPr>
          <a:p>
            <a:pPr algn="l">
              <a:buNone/>
            </a:pPr>
            <a:r>
              <a:rPr lang="en-US" altLang="zh-CN" sz="4200" kern="1200">
                <a:latin typeface="Franklin Gothic Book" charset="0"/>
                <a:ea typeface="SimSun" panose="02010600030101010101" pitchFamily="2" charset="-122"/>
                <a:sym typeface="Franklin Gothic Book" charset="0"/>
              </a:rPr>
              <a:t>Assignments </a:t>
            </a:r>
            <a:br>
              <a:rPr lang="en-US" altLang="zh-CN" sz="4200" kern="1200">
                <a:latin typeface="Franklin Gothic Book" charset="0"/>
                <a:ea typeface="SimSun" panose="02010600030101010101" pitchFamily="2" charset="-122"/>
                <a:sym typeface="Franklin Gothic Book" charset="0"/>
              </a:rPr>
            </a:br>
            <a:endParaRPr lang="en-US" altLang="zh-CN" sz="4200" kern="1200">
              <a:latin typeface="Franklin Gothic Book" charset="0"/>
              <a:ea typeface="SimSun" panose="02010600030101010101" pitchFamily="2" charset="-122"/>
              <a:sym typeface="Franklin Gothic Book" charset="0"/>
            </a:endParaRP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467600" cy="4525963"/>
          </a:xfrm>
          <a:ln/>
        </p:spPr>
        <p:txBody>
          <a:bodyPr vert="horz">
            <a:normAutofit/>
          </a:bodyPr>
          <a:p>
            <a:pPr marL="494030" indent="-455930" algn="l" defTabSz="0">
              <a:buSzPct val="80000"/>
              <a:buFont typeface="Franklin Gothic Book" charset="0"/>
              <a:buAutoNum type="arabicPeriod"/>
            </a:pPr>
            <a:r>
              <a:rPr lang="en-US" altLang="zh-CN" sz="24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Accept Your Name from terminal and print “HELLO” followed by your Name back on Terminal </a:t>
            </a:r>
            <a:endParaRPr lang="en-US" altLang="zh-CN" sz="24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94030" indent="-455930" algn="l" defTabSz="0">
              <a:buSzPct val="80000"/>
              <a:buFont typeface="Franklin Gothic Book" charset="0"/>
              <a:buAutoNum type="arabicPeriod"/>
            </a:pPr>
            <a:r>
              <a:rPr lang="en-US" altLang="zh-CN" sz="24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Accept 2 Numbers from Terminals, and perform  addition/ substraction,  multiplication / Division based on user selected operation.</a:t>
            </a:r>
            <a:endParaRPr lang="en-US" altLang="zh-CN" sz="24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94030" indent="-455930" algn="l" defTabSz="0">
              <a:buSzPct val="80000"/>
              <a:buFont typeface="Franklin Gothic Book" charset="0"/>
              <a:buAutoNum type="arabicPeriod"/>
            </a:pPr>
            <a:r>
              <a:rPr lang="en-US" altLang="zh-CN" sz="2400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Create any enscribe file, and write a requester / server program where the data can be added, removed or updated from enscribe file.</a:t>
            </a:r>
            <a:endParaRPr lang="en-US" altLang="zh-CN" sz="24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ooter Placeholder 1"/>
          <p:cNvSpPr/>
          <p:nvPr>
            <p:ph type="ftr" sz="quarter" idx="11"/>
          </p:nvPr>
        </p:nvSpPr>
        <p:spPr/>
        <p:txBody>
          <a:bodyPr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ln/>
        </p:spPr>
        <p:txBody>
          <a:bodyPr vert="horz" lIns="45720" rIns="45720" anchor="ctr" anchorCtr="0">
            <a:normAutofit/>
          </a:bodyPr>
          <a:p>
            <a:pPr algn="l">
              <a:buNone/>
            </a:pPr>
            <a:r>
              <a:rPr lang="en-US" altLang="zh-CN" sz="4600" kern="1200">
                <a:solidFill>
                  <a:srgbClr val="FF0000"/>
                </a:solidFill>
                <a:latin typeface="Franklin Gothic Book" charset="0"/>
                <a:ea typeface="SimSun" panose="02010600030101010101" pitchFamily="2" charset="-122"/>
                <a:sym typeface="Franklin Gothic Book" charset="0"/>
              </a:rPr>
              <a:t>Notes </a:t>
            </a:r>
            <a:endParaRPr lang="en-US" altLang="zh-CN" sz="4600" kern="1200">
              <a:solidFill>
                <a:srgbClr val="FF0000"/>
              </a:solidFill>
              <a:latin typeface="Franklin Gothic Book" charset="0"/>
              <a:ea typeface="SimSun" panose="02010600030101010101" pitchFamily="2" charset="-122"/>
              <a:sym typeface="Franklin Gothic Book" charset="0"/>
            </a:endParaRP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467600" cy="4525963"/>
          </a:xfrm>
          <a:ln/>
        </p:spPr>
        <p:txBody>
          <a:bodyPr vert="horz">
            <a:normAutofit/>
          </a:bodyPr>
          <a:p>
            <a:pPr marL="421005" indent="-384175" algn="l" defTabSz="0">
              <a:buSzPct val="80000"/>
              <a:buFont typeface="Wingdings 2" charset="0"/>
              <a:buChar char=""/>
            </a:pPr>
            <a:r>
              <a:rPr lang="en-US" altLang="zh-CN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Make use of Comments…. ( ! / -- ) </a:t>
            </a:r>
            <a:endParaRPr lang="en-US" altLang="zh-CN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indent="-384175" algn="l" defTabSz="0">
              <a:buSzPct val="80000"/>
              <a:buFont typeface="Wingdings 2" charset="0"/>
              <a:buChar char=""/>
            </a:pPr>
            <a:r>
              <a:rPr lang="en-US" altLang="zh-CN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Initialize Variables ….</a:t>
            </a:r>
            <a:endParaRPr lang="en-US" altLang="zh-CN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indent="-384175" algn="l" defTabSz="0">
              <a:buSzPct val="80000"/>
              <a:buFont typeface="Wingdings 2" charset="0"/>
              <a:buChar char=""/>
            </a:pPr>
            <a:r>
              <a:rPr lang="en-US" altLang="zh-CN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Flush buffer if you want to reuse ( not being passed by reference )...</a:t>
            </a:r>
            <a:endParaRPr lang="en-US" altLang="zh-CN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indent="-384175" algn="l" defTabSz="0">
              <a:buSzPct val="80000"/>
              <a:buFont typeface="Wingdings 2" charset="0"/>
              <a:buChar char=""/>
            </a:pPr>
            <a:r>
              <a:rPr lang="en-US" altLang="zh-CN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Ensure Structures are of even bytes…</a:t>
            </a:r>
            <a:endParaRPr lang="en-US" altLang="zh-CN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indent="-384175" algn="l" defTabSz="0">
              <a:buSzPct val="80000"/>
              <a:buFont typeface="Wingdings 2" charset="0"/>
              <a:buChar char=""/>
            </a:pPr>
            <a:r>
              <a:rPr lang="en-US" altLang="zh-CN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Avoid using hardcoded values ….</a:t>
            </a:r>
            <a:endParaRPr lang="en-US" altLang="zh-CN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421005" indent="-384175" algn="l" defTabSz="0">
              <a:buSzPct val="80000"/>
              <a:buFont typeface="Wingdings 2" charset="0"/>
              <a:buChar char=""/>
            </a:pPr>
            <a:r>
              <a:rPr lang="en-US" altLang="zh-CN" kern="1200"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Follow Indentention as below ( 4 Spaces before begin/ end keyword ) … </a:t>
            </a:r>
            <a:endParaRPr lang="en-US" altLang="zh-CN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buSzPct val="85000"/>
            </a:pPr>
            <a:r>
              <a:rPr lang="en-US" altLang="zh-CN" sz="1600" kern="1200">
                <a:solidFill>
                  <a:srgbClr val="FFFF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If abc.a = abc.b then </a:t>
            </a:r>
            <a:endParaRPr lang="en-US" altLang="zh-CN" sz="1600" kern="1200">
              <a:solidFill>
                <a:srgbClr val="FFFF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buSzPct val="85000"/>
            </a:pPr>
            <a:r>
              <a:rPr lang="en-US" altLang="zh-CN" sz="1600" kern="1200">
                <a:solidFill>
                  <a:srgbClr val="FFFF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    begin</a:t>
            </a:r>
            <a:endParaRPr lang="en-US" altLang="zh-CN" sz="1600" kern="1200">
              <a:solidFill>
                <a:srgbClr val="FFFF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buSzPct val="85000"/>
            </a:pPr>
            <a:r>
              <a:rPr lang="en-US" altLang="zh-CN" sz="1600" kern="1200">
                <a:solidFill>
                  <a:srgbClr val="FFFF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    ……..</a:t>
            </a:r>
            <a:endParaRPr lang="en-US" altLang="zh-CN" sz="1600" kern="1200">
              <a:solidFill>
                <a:srgbClr val="FFFF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  <a:p>
            <a:pPr marL="1006475" lvl="2" indent="-255270" algn="l">
              <a:buSzPct val="85000"/>
            </a:pPr>
            <a:r>
              <a:rPr lang="en-US" altLang="zh-CN" sz="1600" kern="1200">
                <a:solidFill>
                  <a:srgbClr val="FFFF00"/>
                </a:solidFill>
                <a:latin typeface="Arial" panose="020B0604020202020204" pitchFamily="34" charset="0"/>
                <a:ea typeface="黑体" charset="0"/>
                <a:sym typeface="Arial" panose="020B0604020202020204" pitchFamily="34" charset="0"/>
              </a:rPr>
              <a:t>    end </a:t>
            </a:r>
            <a:endParaRPr lang="en-US" altLang="zh-CN" sz="1600" kern="1200">
              <a:solidFill>
                <a:srgbClr val="FFFF00"/>
              </a:solidFill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ooter Placeholder 1"/>
          <p:cNvSpPr/>
          <p:nvPr>
            <p:ph type="ftr" sz="quarter" idx="11"/>
          </p:nvPr>
        </p:nvSpPr>
        <p:spPr/>
        <p:txBody>
          <a:bodyPr/>
          <a:p>
            <a:pPr lvl="0" eaLnBrk="1" latinLnBrk="0" hangingPunct="1"/>
            <a:r>
              <a:rPr lang="zh-CN" altLang="en-US" dirty="0"/>
              <a:t>Confidential </a:t>
            </a:r>
            <a:endParaRPr lang="en-US" altLang="x-none" sz="1800" dirty="0">
              <a:ea typeface="SimSun" panose="02010600030101010101" pitchFamily="2" charset="-122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pPr lvl="0" eaLnBrk="1" latinLnBrk="0" hangingPunct="1"/>
            <a:fld id="{9A0DB2DC-4C9A-4742-B13C-FB6460FD3503}" type="slidenum">
              <a:rPr lang="zh-CN" altLang="en-US" dirty="0"/>
            </a:fld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211762"/>
          </a:xfrm>
          <a:ln/>
        </p:spPr>
        <p:txBody>
          <a:bodyPr vert="horz" lIns="45720" rIns="45720" anchor="ctr" anchorCtr="0">
            <a:normAutofit/>
          </a:bodyPr>
          <a:p>
            <a:pPr>
              <a:buNone/>
            </a:pPr>
            <a:r>
              <a:rPr lang="en-US" altLang="zh-CN" sz="4600" kern="1200">
                <a:solidFill>
                  <a:srgbClr val="FF0000"/>
                </a:solidFill>
                <a:latin typeface="Franklin Gothic Book" charset="0"/>
                <a:ea typeface="SimSun" panose="02010600030101010101" pitchFamily="2" charset="-122"/>
                <a:sym typeface="Franklin Gothic Book" charset="0"/>
              </a:rPr>
              <a:t>THANK YOU !!</a:t>
            </a:r>
            <a:br>
              <a:rPr lang="en-US" altLang="zh-CN" sz="4600" kern="1200">
                <a:solidFill>
                  <a:srgbClr val="FF0000"/>
                </a:solidFill>
                <a:latin typeface="Franklin Gothic Book" charset="0"/>
                <a:ea typeface="SimSun" panose="02010600030101010101" pitchFamily="2" charset="-122"/>
                <a:sym typeface="Franklin Gothic Book" charset="0"/>
              </a:rPr>
            </a:br>
            <a:r>
              <a:rPr lang="en-US" altLang="zh-CN" sz="4600" kern="1200">
                <a:solidFill>
                  <a:srgbClr val="FF0000"/>
                </a:solidFill>
                <a:latin typeface="Franklin Gothic Book" charset="0"/>
                <a:ea typeface="SimSun" panose="02010600030101010101" pitchFamily="2" charset="-122"/>
                <a:sym typeface="Franklin Gothic Book" charset="0"/>
              </a:rPr>
              <a:t>HAVE A NICE DAY!!</a:t>
            </a:r>
            <a:endParaRPr lang="en-US" altLang="zh-CN" sz="4600" kern="1200">
              <a:solidFill>
                <a:srgbClr val="FF0000"/>
              </a:solidFill>
              <a:latin typeface="Franklin Gothic Book" charset="0"/>
              <a:ea typeface="SimSun" panose="02010600030101010101" pitchFamily="2" charset="-122"/>
              <a:sym typeface="Franklin Gothic Book" charset="0"/>
            </a:endParaRP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4419600"/>
            <a:ext cx="7467600" cy="1706563"/>
          </a:xfrm>
          <a:ln/>
        </p:spPr>
        <p:txBody>
          <a:bodyPr vert="horz">
            <a:normAutofit/>
          </a:bodyPr>
          <a:p>
            <a:pPr marL="421005" indent="-384175" algn="l" defTabSz="0">
              <a:buSzPct val="80000"/>
              <a:buFont typeface="Wingdings 2" charset="0"/>
              <a:buChar char=""/>
            </a:pPr>
            <a:endParaRPr sz="3000" kern="1200">
              <a:latin typeface="Arial" panose="020B0604020202020204" pitchFamily="34" charset="0"/>
              <a:ea typeface="黑体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">
      <a:dk1>
        <a:srgbClr val="FFFFFF"/>
      </a:dk1>
      <a:lt1>
        <a:srgbClr val="000000"/>
      </a:lt1>
      <a:dk2>
        <a:srgbClr val="D4D2D0"/>
      </a:dk2>
      <a:lt2>
        <a:srgbClr val="3B3B3B"/>
      </a:lt2>
      <a:accent1>
        <a:srgbClr val="6EA0B0"/>
      </a:accent1>
      <a:accent2>
        <a:srgbClr val="CCAF0A"/>
      </a:accent2>
      <a:accent3>
        <a:srgbClr val="AAAAAA"/>
      </a:accent3>
      <a:accent4>
        <a:srgbClr val="DCDCDC"/>
      </a:accent4>
      <a:accent5>
        <a:srgbClr val="BBCDD4"/>
      </a:accent5>
      <a:accent6>
        <a:srgbClr val="B79D08"/>
      </a:accent6>
      <a:hlink>
        <a:srgbClr val="00C8C3"/>
      </a:hlink>
      <a:folHlink>
        <a:srgbClr val="A116E0"/>
      </a:folHlink>
    </a:clrScheme>
    <a:fontScheme name="">
      <a:majorFont>
        <a:latin typeface="Franklin Gothic Book"/>
        <a:ea typeface="SimSun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FFFFFF"/>
      </a:dk1>
      <a:lt1>
        <a:srgbClr val="000000"/>
      </a:lt1>
      <a:dk2>
        <a:srgbClr val="D4D2D0"/>
      </a:dk2>
      <a:lt2>
        <a:srgbClr val="3B3B3B"/>
      </a:lt2>
      <a:accent1>
        <a:srgbClr val="6EA0B0"/>
      </a:accent1>
      <a:accent2>
        <a:srgbClr val="CCAF0A"/>
      </a:accent2>
      <a:accent3>
        <a:srgbClr val="AAAAAA"/>
      </a:accent3>
      <a:accent4>
        <a:srgbClr val="DCDCDC"/>
      </a:accent4>
      <a:accent5>
        <a:srgbClr val="BBCDD4"/>
      </a:accent5>
      <a:accent6>
        <a:srgbClr val="B79D08"/>
      </a:accent6>
      <a:hlink>
        <a:srgbClr val="00C8C3"/>
      </a:hlink>
      <a:folHlink>
        <a:srgbClr val="A116E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6821</Words>
  <Application>WPS Presentation</Application>
  <PresentationFormat>On-screen Show (4:3)</PresentationFormat>
  <Paragraphs>237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SimSun</vt:lpstr>
      <vt:lpstr>Wingdings</vt:lpstr>
      <vt:lpstr>Franklin Gothic Book</vt:lpstr>
      <vt:lpstr>Wingdings 2</vt:lpstr>
      <vt:lpstr>Wingdings</vt:lpstr>
      <vt:lpstr>黑体</vt:lpstr>
      <vt:lpstr>Arial Unicode MS</vt:lpstr>
      <vt:lpstr>Technic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nitish</dc:creator>
  <cp:lastModifiedBy>CONCERTO_L189</cp:lastModifiedBy>
  <cp:revision>8</cp:revision>
  <dcterms:created xsi:type="dcterms:W3CDTF">2021-09-26T08:15:00Z</dcterms:created>
  <dcterms:modified xsi:type="dcterms:W3CDTF">2023-01-18T05:36:29Z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1033-11.2.0.11341</vt:lpwstr>
  </property>
  <property fmtid="{D5CDD505-2E9C-101B-9397-08002B2CF9AE}" pid="3" name="ICV">
    <vt:lpwstr>1FD2C6F2249C4A3695B12B269627BF12</vt:lpwstr>
  </property>
</Properties>
</file>