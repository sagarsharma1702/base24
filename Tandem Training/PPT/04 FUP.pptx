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51" r:id="rId3"/>
    <p:sldMasterId id="2147483654" r:id="rId4"/>
  </p:sldMasterIdLst>
  <p:notesMasterIdLst>
    <p:notesMasterId r:id="rId21"/>
  </p:notesMasterIdLst>
  <p:sldIdLst>
    <p:sldId id="430" r:id="rId5"/>
    <p:sldId id="524" r:id="rId6"/>
    <p:sldId id="525" r:id="rId7"/>
    <p:sldId id="598" r:id="rId8"/>
    <p:sldId id="597" r:id="rId9"/>
    <p:sldId id="599" r:id="rId10"/>
    <p:sldId id="600" r:id="rId11"/>
    <p:sldId id="601" r:id="rId12"/>
    <p:sldId id="602" r:id="rId13"/>
    <p:sldId id="603" r:id="rId14"/>
    <p:sldId id="604" r:id="rId15"/>
    <p:sldId id="605" r:id="rId16"/>
    <p:sldId id="606" r:id="rId17"/>
    <p:sldId id="607" r:id="rId18"/>
    <p:sldId id="608" r:id="rId19"/>
    <p:sldId id="593" r:id="rId20"/>
  </p:sldIdLst>
  <p:sldSz cx="12192000" cy="6858000"/>
  <p:notesSz cx="6858000" cy="9144000"/>
  <p:defaultTextStyle>
    <a:defPPr>
      <a:defRPr lang="en-US"/>
    </a:defPPr>
    <a:lvl1pPr marL="0" algn="l" defTabSz="913765" rtl="0" eaLnBrk="1" latinLnBrk="0" hangingPunct="1">
      <a:defRPr sz="1900" kern="1200">
        <a:solidFill>
          <a:schemeClr val="tx1"/>
        </a:solidFill>
        <a:latin typeface="+mn-lt"/>
        <a:ea typeface="+mn-ea"/>
        <a:cs typeface="+mn-cs"/>
      </a:defRPr>
    </a:lvl1pPr>
    <a:lvl2pPr marL="457200" algn="l" defTabSz="913765" rtl="0" eaLnBrk="1" latinLnBrk="0" hangingPunct="1">
      <a:defRPr sz="1900" kern="1200">
        <a:solidFill>
          <a:schemeClr val="tx1"/>
        </a:solidFill>
        <a:latin typeface="+mn-lt"/>
        <a:ea typeface="+mn-ea"/>
        <a:cs typeface="+mn-cs"/>
      </a:defRPr>
    </a:lvl2pPr>
    <a:lvl3pPr marL="914400" algn="l" defTabSz="913765" rtl="0" eaLnBrk="1" latinLnBrk="0" hangingPunct="1">
      <a:defRPr sz="1900" kern="1200">
        <a:solidFill>
          <a:schemeClr val="tx1"/>
        </a:solidFill>
        <a:latin typeface="+mn-lt"/>
        <a:ea typeface="+mn-ea"/>
        <a:cs typeface="+mn-cs"/>
      </a:defRPr>
    </a:lvl3pPr>
    <a:lvl4pPr marL="1371600" algn="l" defTabSz="913765" rtl="0" eaLnBrk="1" latinLnBrk="0" hangingPunct="1">
      <a:defRPr sz="1900" kern="1200">
        <a:solidFill>
          <a:schemeClr val="tx1"/>
        </a:solidFill>
        <a:latin typeface="+mn-lt"/>
        <a:ea typeface="+mn-ea"/>
        <a:cs typeface="+mn-cs"/>
      </a:defRPr>
    </a:lvl4pPr>
    <a:lvl5pPr marL="1828800" algn="l" defTabSz="913765" rtl="0" eaLnBrk="1" latinLnBrk="0" hangingPunct="1">
      <a:defRPr sz="1900" kern="1200">
        <a:solidFill>
          <a:schemeClr val="tx1"/>
        </a:solidFill>
        <a:latin typeface="+mn-lt"/>
        <a:ea typeface="+mn-ea"/>
        <a:cs typeface="+mn-cs"/>
      </a:defRPr>
    </a:lvl5pPr>
    <a:lvl6pPr marL="2286000" algn="l" defTabSz="913765" rtl="0" eaLnBrk="1" latinLnBrk="0" hangingPunct="1">
      <a:defRPr sz="1900" kern="1200">
        <a:solidFill>
          <a:schemeClr val="tx1"/>
        </a:solidFill>
        <a:latin typeface="+mn-lt"/>
        <a:ea typeface="+mn-ea"/>
        <a:cs typeface="+mn-cs"/>
      </a:defRPr>
    </a:lvl6pPr>
    <a:lvl7pPr marL="2743200" algn="l" defTabSz="913765" rtl="0" eaLnBrk="1" latinLnBrk="0" hangingPunct="1">
      <a:defRPr sz="1900" kern="1200">
        <a:solidFill>
          <a:schemeClr val="tx1"/>
        </a:solidFill>
        <a:latin typeface="+mn-lt"/>
        <a:ea typeface="+mn-ea"/>
        <a:cs typeface="+mn-cs"/>
      </a:defRPr>
    </a:lvl7pPr>
    <a:lvl8pPr marL="3200400" algn="l" defTabSz="913765" rtl="0" eaLnBrk="1" latinLnBrk="0" hangingPunct="1">
      <a:defRPr sz="1900" kern="1200">
        <a:solidFill>
          <a:schemeClr val="tx1"/>
        </a:solidFill>
        <a:latin typeface="+mn-lt"/>
        <a:ea typeface="+mn-ea"/>
        <a:cs typeface="+mn-cs"/>
      </a:defRPr>
    </a:lvl8pPr>
    <a:lvl9pPr marL="3657600" algn="l" defTabSz="913765" rtl="0" eaLnBrk="1" latinLnBrk="0" hangingPunct="1">
      <a:defRPr sz="19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D1D1D1"/>
    <a:srgbClr val="B5B5B5"/>
    <a:srgbClr val="9A9A9A"/>
    <a:srgbClr val="818181"/>
    <a:srgbClr val="B8CDE8"/>
    <a:srgbClr val="84AEDC"/>
    <a:srgbClr val="5591C7"/>
    <a:srgbClr val="4679A7"/>
    <a:srgbClr val="E86F0E"/>
    <a:srgbClr val="6868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265" autoAdjust="0"/>
    <p:restoredTop sz="94434" autoAdjust="0"/>
  </p:normalViewPr>
  <p:slideViewPr>
    <p:cSldViewPr snapToGrid="0">
      <p:cViewPr varScale="1">
        <p:scale>
          <a:sx n="72" d="100"/>
          <a:sy n="72" d="100"/>
        </p:scale>
        <p:origin x="894" y="66"/>
      </p:cViewPr>
      <p:guideLst>
        <p:guide orient="horz" pos="2160"/>
        <p:guide pos="3840"/>
      </p:guideLst>
    </p:cSldViewPr>
  </p:slideViewPr>
  <p:notesTextViewPr>
    <p:cViewPr>
      <p:scale>
        <a:sx n="1" d="1"/>
        <a:sy n="1" d="1"/>
      </p:scale>
      <p:origin x="0" y="0"/>
    </p:cViewPr>
  </p:notesTextViewPr>
  <p:sorterViewPr>
    <p:cViewPr>
      <p:scale>
        <a:sx n="60" d="100"/>
        <a:sy n="6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notesMaster" Target="notesMasters/notesMaster1.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BF969C-9A7F-4A12-8509-DF708226FF76}" type="datetimeFigureOut">
              <a:rPr lang="en-IN" smtClean="0"/>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67331F-7EFA-42A4-93CA-88F3C9B52F23}" type="slidenum">
              <a:rPr lang="en-IN" smtClean="0"/>
            </a:fld>
            <a:endParaRPr lang="en-IN" dirty="0"/>
          </a:p>
        </p:txBody>
      </p:sp>
    </p:spTree>
  </p:cSld>
  <p:clrMap bg1="lt1" tx1="dk1" bg2="lt2" tx2="dk2" accent1="accent1" accent2="accent2" accent3="accent3" accent4="accent4" accent5="accent5" accent6="accent6" hlink="hlink" folHlink="folHlink"/>
  <p:notesStyle>
    <a:lvl1pPr marL="0" algn="l" defTabSz="913765" rtl="0" eaLnBrk="1" latinLnBrk="0" hangingPunct="1">
      <a:defRPr sz="1200" kern="1200">
        <a:solidFill>
          <a:schemeClr val="tx1"/>
        </a:solidFill>
        <a:latin typeface="+mn-lt"/>
        <a:ea typeface="+mn-ea"/>
        <a:cs typeface="+mn-cs"/>
      </a:defRPr>
    </a:lvl1pPr>
    <a:lvl2pPr marL="457200" algn="l" defTabSz="913765" rtl="0" eaLnBrk="1" latinLnBrk="0" hangingPunct="1">
      <a:defRPr sz="1200" kern="1200">
        <a:solidFill>
          <a:schemeClr val="tx1"/>
        </a:solidFill>
        <a:latin typeface="+mn-lt"/>
        <a:ea typeface="+mn-ea"/>
        <a:cs typeface="+mn-cs"/>
      </a:defRPr>
    </a:lvl2pPr>
    <a:lvl3pPr marL="914400" algn="l" defTabSz="913765" rtl="0" eaLnBrk="1" latinLnBrk="0" hangingPunct="1">
      <a:defRPr sz="1200" kern="1200">
        <a:solidFill>
          <a:schemeClr val="tx1"/>
        </a:solidFill>
        <a:latin typeface="+mn-lt"/>
        <a:ea typeface="+mn-ea"/>
        <a:cs typeface="+mn-cs"/>
      </a:defRPr>
    </a:lvl3pPr>
    <a:lvl4pPr marL="1371600" algn="l" defTabSz="913765" rtl="0" eaLnBrk="1" latinLnBrk="0" hangingPunct="1">
      <a:defRPr sz="1200" kern="1200">
        <a:solidFill>
          <a:schemeClr val="tx1"/>
        </a:solidFill>
        <a:latin typeface="+mn-lt"/>
        <a:ea typeface="+mn-ea"/>
        <a:cs typeface="+mn-cs"/>
      </a:defRPr>
    </a:lvl4pPr>
    <a:lvl5pPr marL="1828800" algn="l" defTabSz="913765" rtl="0" eaLnBrk="1" latinLnBrk="0" hangingPunct="1">
      <a:defRPr sz="1200" kern="1200">
        <a:solidFill>
          <a:schemeClr val="tx1"/>
        </a:solidFill>
        <a:latin typeface="+mn-lt"/>
        <a:ea typeface="+mn-ea"/>
        <a:cs typeface="+mn-cs"/>
      </a:defRPr>
    </a:lvl5pPr>
    <a:lvl6pPr marL="2286000" algn="l" defTabSz="913765" rtl="0" eaLnBrk="1" latinLnBrk="0" hangingPunct="1">
      <a:defRPr sz="1200" kern="1200">
        <a:solidFill>
          <a:schemeClr val="tx1"/>
        </a:solidFill>
        <a:latin typeface="+mn-lt"/>
        <a:ea typeface="+mn-ea"/>
        <a:cs typeface="+mn-cs"/>
      </a:defRPr>
    </a:lvl6pPr>
    <a:lvl7pPr marL="2743200" algn="l" defTabSz="913765" rtl="0" eaLnBrk="1" latinLnBrk="0" hangingPunct="1">
      <a:defRPr sz="1200" kern="1200">
        <a:solidFill>
          <a:schemeClr val="tx1"/>
        </a:solidFill>
        <a:latin typeface="+mn-lt"/>
        <a:ea typeface="+mn-ea"/>
        <a:cs typeface="+mn-cs"/>
      </a:defRPr>
    </a:lvl7pPr>
    <a:lvl8pPr marL="3200400" algn="l" defTabSz="913765" rtl="0" eaLnBrk="1" latinLnBrk="0" hangingPunct="1">
      <a:defRPr sz="1200" kern="1200">
        <a:solidFill>
          <a:schemeClr val="tx1"/>
        </a:solidFill>
        <a:latin typeface="+mn-lt"/>
        <a:ea typeface="+mn-ea"/>
        <a:cs typeface="+mn-cs"/>
      </a:defRPr>
    </a:lvl8pPr>
    <a:lvl9pPr marL="3657600" algn="l" defTabSz="913765"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946" y="1279678"/>
            <a:ext cx="12208946" cy="4320822"/>
          </a:xfrm>
          <a:prstGeom prst="rect">
            <a:avLst/>
          </a:prstGeom>
        </p:spPr>
      </p:pic>
      <p:sp>
        <p:nvSpPr>
          <p:cNvPr id="16" name="object 4"/>
          <p:cNvSpPr/>
          <p:nvPr userDrawn="1"/>
        </p:nvSpPr>
        <p:spPr>
          <a:xfrm>
            <a:off x="578527" y="950494"/>
            <a:ext cx="6718631" cy="4896853"/>
          </a:xfrm>
          <a:custGeom>
            <a:avLst/>
            <a:gdLst/>
            <a:ahLst/>
            <a:cxnLst/>
            <a:rect l="l" t="t" r="r" b="b"/>
            <a:pathLst>
              <a:path w="4722622" h="5255272">
                <a:moveTo>
                  <a:pt x="4722622" y="5255272"/>
                </a:moveTo>
                <a:lnTo>
                  <a:pt x="0" y="5255272"/>
                </a:lnTo>
                <a:lnTo>
                  <a:pt x="0" y="0"/>
                </a:lnTo>
                <a:lnTo>
                  <a:pt x="4722622" y="0"/>
                </a:lnTo>
                <a:lnTo>
                  <a:pt x="4722622" y="5255272"/>
                </a:lnTo>
                <a:close/>
              </a:path>
            </a:pathLst>
          </a:custGeom>
          <a:solidFill>
            <a:srgbClr val="1F6AAD">
              <a:alpha val="70000"/>
            </a:srgbClr>
          </a:solidFill>
        </p:spPr>
        <p:txBody>
          <a:bodyPr wrap="square" lIns="0" tIns="0" rIns="0" bIns="0" rtlCol="0">
            <a:noAutofit/>
          </a:bodyPr>
          <a:lstStyle/>
          <a:p>
            <a:endParaRPr dirty="0"/>
          </a:p>
        </p:txBody>
      </p:sp>
      <p:sp>
        <p:nvSpPr>
          <p:cNvPr id="18" name="Title 1"/>
          <p:cNvSpPr>
            <a:spLocks noGrp="1"/>
          </p:cNvSpPr>
          <p:nvPr>
            <p:ph type="title" hasCustomPrompt="1"/>
          </p:nvPr>
        </p:nvSpPr>
        <p:spPr>
          <a:xfrm>
            <a:off x="803492" y="1637411"/>
            <a:ext cx="5147365" cy="2273300"/>
          </a:xfrm>
          <a:prstGeom prst="rect">
            <a:avLst/>
          </a:prstGeom>
        </p:spPr>
        <p:txBody>
          <a:bodyPr lIns="91436" tIns="45718" rIns="91436" bIns="45718" anchor="t"/>
          <a:lstStyle>
            <a:lvl1pPr algn="l">
              <a:defRPr sz="5000" b="1">
                <a:solidFill>
                  <a:schemeClr val="bg1"/>
                </a:solidFill>
                <a:latin typeface="Raleway" panose="020B0503030101060003" pitchFamily="34" charset="0"/>
              </a:defRPr>
            </a:lvl1pPr>
          </a:lstStyle>
          <a:p>
            <a:r>
              <a:rPr lang="en-US" dirty="0"/>
              <a:t>CLICK TO EDIT MASTER STYLE</a:t>
            </a:r>
            <a:endParaRPr lang="en-US" dirty="0"/>
          </a:p>
        </p:txBody>
      </p:sp>
      <p:pic>
        <p:nvPicPr>
          <p:cNvPr id="19" name="Picture 1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59614" y="436136"/>
            <a:ext cx="1768860" cy="407406"/>
          </a:xfrm>
          <a:prstGeom prst="rect">
            <a:avLst/>
          </a:prstGeom>
        </p:spPr>
      </p:pic>
      <p:pic>
        <p:nvPicPr>
          <p:cNvPr id="20" name="Picture 1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73352" y="5947420"/>
            <a:ext cx="6723806" cy="67395"/>
          </a:xfrm>
          <a:prstGeom prst="rect">
            <a:avLst/>
          </a:prstGeom>
        </p:spPr>
      </p:pic>
      <p:sp>
        <p:nvSpPr>
          <p:cNvPr id="22" name="Subtitle 2"/>
          <p:cNvSpPr txBox="1"/>
          <p:nvPr userDrawn="1"/>
        </p:nvSpPr>
        <p:spPr>
          <a:xfrm>
            <a:off x="7903882" y="6329698"/>
            <a:ext cx="3624592" cy="349056"/>
          </a:xfrm>
          <a:prstGeom prst="rect">
            <a:avLst/>
          </a:prstGeom>
        </p:spPr>
        <p:txBody>
          <a:bodyPr lIns="91436" tIns="45718" rIns="91436" bIns="45718"/>
          <a:lstStyle>
            <a:lvl1pPr marL="0" indent="0" algn="l" rtl="0" eaLnBrk="1" fontAlgn="base" hangingPunct="1">
              <a:spcBef>
                <a:spcPts val="800"/>
              </a:spcBef>
              <a:spcAft>
                <a:spcPct val="0"/>
              </a:spcAft>
              <a:buClr>
                <a:srgbClr val="595959"/>
              </a:buClr>
              <a:buFont typeface="Wingdings" panose="05000000000000000000" pitchFamily="2" charset="2"/>
              <a:buNone/>
              <a:defRPr lang="en-US" sz="1200" kern="1200">
                <a:solidFill>
                  <a:schemeClr val="tx1"/>
                </a:solidFill>
                <a:latin typeface="Myriad Pro" pitchFamily="34" charset="0"/>
                <a:ea typeface="Myriad Pro" pitchFamily="34" charset="0"/>
                <a:cs typeface="Arial" panose="020B0604020202020204" pitchFamily="34" charset="0"/>
              </a:defRPr>
            </a:lvl1pPr>
            <a:lvl2pPr marL="609600" indent="0" algn="ctr" rtl="0" eaLnBrk="1" fontAlgn="base" hangingPunct="1">
              <a:spcBef>
                <a:spcPts val="800"/>
              </a:spcBef>
              <a:spcAft>
                <a:spcPct val="0"/>
              </a:spcAft>
              <a:buFont typeface="Arial" panose="020B0604020202020204" pitchFamily="34" charset="0"/>
              <a:buNone/>
              <a:defRPr lang="en-US" kern="1200">
                <a:solidFill>
                  <a:schemeClr val="tx1">
                    <a:tint val="75000"/>
                  </a:schemeClr>
                </a:solidFill>
                <a:latin typeface="Arial" panose="020B0604020202020204" pitchFamily="34" charset="0"/>
                <a:ea typeface="MS PGothic" panose="020B0600070205080204" pitchFamily="34" charset="-128"/>
                <a:cs typeface="Arial" panose="020B0604020202020204" pitchFamily="34" charset="0"/>
              </a:defRPr>
            </a:lvl2pPr>
            <a:lvl3pPr marL="1219200" indent="0" algn="ctr" rtl="0" eaLnBrk="1" fontAlgn="base" hangingPunct="1">
              <a:spcBef>
                <a:spcPts val="800"/>
              </a:spcBef>
              <a:spcAft>
                <a:spcPct val="0"/>
              </a:spcAft>
              <a:buSzPct val="125000"/>
              <a:buFont typeface="Arial" panose="020B0604020202020204" pitchFamily="34" charset="0"/>
              <a:buNone/>
              <a:defRPr lang="en-US" sz="2100" kern="1200">
                <a:solidFill>
                  <a:schemeClr val="tx1">
                    <a:tint val="75000"/>
                  </a:schemeClr>
                </a:solidFill>
                <a:latin typeface="Arial" panose="020B0604020202020204" pitchFamily="34" charset="0"/>
                <a:ea typeface="MS PGothic" panose="020B0600070205080204" pitchFamily="34" charset="-128"/>
                <a:cs typeface="Arial" panose="020B0604020202020204" pitchFamily="34" charset="0"/>
              </a:defRPr>
            </a:lvl3pPr>
            <a:lvl4pPr marL="1828800" indent="0" algn="ctr" rtl="0" eaLnBrk="1" fontAlgn="base" hangingPunct="1">
              <a:spcBef>
                <a:spcPts val="800"/>
              </a:spcBef>
              <a:spcAft>
                <a:spcPct val="0"/>
              </a:spcAft>
              <a:buFont typeface="Courier New" panose="02070309020205020404" pitchFamily="49" charset="0"/>
              <a:buNone/>
              <a:defRPr lang="en-US" sz="2100" kern="1200">
                <a:solidFill>
                  <a:schemeClr val="tx1">
                    <a:tint val="75000"/>
                  </a:schemeClr>
                </a:solidFill>
                <a:latin typeface="Arial" panose="020B0604020202020204" pitchFamily="34" charset="0"/>
                <a:ea typeface="MS PGothic" panose="020B0600070205080204" pitchFamily="34" charset="-128"/>
                <a:cs typeface="Arial" panose="020B0604020202020204" pitchFamily="34" charset="0"/>
              </a:defRPr>
            </a:lvl4pPr>
            <a:lvl5pPr marL="2438400" indent="0" algn="ctr" rtl="0" eaLnBrk="1" fontAlgn="base" hangingPunct="1">
              <a:spcBef>
                <a:spcPts val="800"/>
              </a:spcBef>
              <a:spcAft>
                <a:spcPct val="0"/>
              </a:spcAft>
              <a:buFont typeface="Arial" panose="020B0604020202020204" pitchFamily="34" charset="0"/>
              <a:buNone/>
              <a:defRPr lang="en-US" sz="2100" kern="1200">
                <a:solidFill>
                  <a:schemeClr val="tx1">
                    <a:tint val="75000"/>
                  </a:schemeClr>
                </a:solidFill>
                <a:latin typeface="Arial" panose="020B0604020202020204" pitchFamily="34" charset="0"/>
                <a:ea typeface="MS PGothic" panose="020B0600070205080204" pitchFamily="34" charset="-128"/>
                <a:cs typeface="Arial" panose="020B0604020202020204" pitchFamily="34" charset="0"/>
              </a:defRPr>
            </a:lvl5pPr>
            <a:lvl6pPr marL="3048000" indent="0" algn="ctr" defTabSz="1218565"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6pPr>
            <a:lvl7pPr marL="3657600" indent="0" algn="ctr" defTabSz="1218565"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7pPr>
            <a:lvl8pPr marL="4266565" indent="0" algn="ctr" defTabSz="1218565"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8pPr>
            <a:lvl9pPr marL="4876165" indent="0" algn="ctr" defTabSz="1218565"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9pPr>
          </a:lstStyle>
          <a:p>
            <a:pPr algn="r" defTabSz="914400"/>
            <a:r>
              <a:rPr lang="en-IN" dirty="0">
                <a:solidFill>
                  <a:srgbClr val="1F6AAD"/>
                </a:solidFill>
              </a:rPr>
              <a:t>© 2015 Indegene. All rights reserved.</a:t>
            </a:r>
            <a:endParaRPr lang="bg-BG" dirty="0">
              <a:solidFill>
                <a:srgbClr val="1F6AAD"/>
              </a:solidFill>
            </a:endParaRPr>
          </a:p>
        </p:txBody>
      </p:sp>
      <p:pic>
        <p:nvPicPr>
          <p:cNvPr id="23" name="Picture 2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73351" y="6237851"/>
            <a:ext cx="4276385" cy="408599"/>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2_Title without subtitle">
    <p:spTree>
      <p:nvGrpSpPr>
        <p:cNvPr id="1" name=""/>
        <p:cNvGrpSpPr/>
        <p:nvPr/>
      </p:nvGrpSpPr>
      <p:grpSpPr>
        <a:xfrm>
          <a:off x="0" y="0"/>
          <a:ext cx="0" cy="0"/>
          <a:chOff x="0" y="0"/>
          <a:chExt cx="0" cy="0"/>
        </a:xfrm>
      </p:grpSpPr>
      <p:sp>
        <p:nvSpPr>
          <p:cNvPr id="24" name="Title 1"/>
          <p:cNvSpPr txBox="1"/>
          <p:nvPr userDrawn="1"/>
        </p:nvSpPr>
        <p:spPr>
          <a:xfrm>
            <a:off x="457784" y="6463838"/>
            <a:ext cx="425671" cy="238025"/>
          </a:xfrm>
          <a:prstGeom prst="rect">
            <a:avLst/>
          </a:prstGeom>
        </p:spPr>
        <p:txBody>
          <a:bodyPr vert="horz" lIns="121914" tIns="60957" rIns="121914" bIns="60957"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fld id="{CCC7312D-DA9C-405E-A106-5335D83A4D1A}" type="slidenum">
              <a:rPr lang="en-US" sz="1600" b="1" spc="-200" smtClean="0">
                <a:solidFill>
                  <a:srgbClr val="1F6AAD"/>
                </a:solidFill>
                <a:latin typeface="Myriad Pro" pitchFamily="34" charset="0"/>
                <a:cs typeface="Arial" panose="020B0604020202020204" pitchFamily="34" charset="0"/>
              </a:rPr>
            </a:fld>
            <a:endParaRPr lang="en-US" sz="1100" b="1" spc="-200" dirty="0">
              <a:solidFill>
                <a:srgbClr val="1F6AAD"/>
              </a:solidFill>
              <a:latin typeface="Myriad Pro" pitchFamily="34" charset="0"/>
              <a:cs typeface="Arial" panose="020B0604020202020204" pitchFamily="34" charset="0"/>
            </a:endParaRPr>
          </a:p>
        </p:txBody>
      </p:sp>
      <p:pic>
        <p:nvPicPr>
          <p:cNvPr id="25" name="Picture 5" descr="C:\Users\EAMEJIA\Desktop\Duckson\PNG Elements\controls.png">
            <a:hlinkClick r:id="" action="ppaction://hlinkshowjump?jump=previous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2680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5" descr="C:\Users\EAMEJIA\Desktop\Duckson\PNG Elements\controls.png">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flipH="1">
            <a:off x="78564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sp>
        <p:nvSpPr>
          <p:cNvPr id="27" name="Title 1"/>
          <p:cNvSpPr>
            <a:spLocks noGrp="1"/>
          </p:cNvSpPr>
          <p:nvPr>
            <p:ph type="ctrTitle"/>
          </p:nvPr>
        </p:nvSpPr>
        <p:spPr>
          <a:xfrm>
            <a:off x="375908" y="193414"/>
            <a:ext cx="11460491" cy="672075"/>
          </a:xfrm>
          <a:prstGeom prst="rect">
            <a:avLst/>
          </a:prstGeom>
        </p:spPr>
        <p:txBody>
          <a:bodyPr lIns="91436" tIns="45718" rIns="91436" bIns="45718"/>
          <a:lstStyle>
            <a:lvl1pPr algn="l">
              <a:defRPr lang="bg-BG" sz="3200" b="1" kern="1200" dirty="0">
                <a:solidFill>
                  <a:srgbClr val="1F6AAD"/>
                </a:solidFill>
                <a:latin typeface="Myriad Pro" pitchFamily="34" charset="0"/>
                <a:ea typeface="Myriad Pro" pitchFamily="34" charset="0"/>
                <a:cs typeface="Arial" panose="020B0604020202020204" pitchFamily="34" charset="0"/>
              </a:defRPr>
            </a:lvl1pPr>
          </a:lstStyle>
          <a:p>
            <a:r>
              <a:rPr lang="en-US" dirty="0"/>
              <a:t>Click to edit Master title style</a:t>
            </a:r>
            <a:endParaRPr lang="bg-BG" dirty="0"/>
          </a:p>
        </p:txBody>
      </p:sp>
      <p:pic>
        <p:nvPicPr>
          <p:cNvPr id="30" name="Picture 2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464800" y="6314021"/>
            <a:ext cx="1371599" cy="315908"/>
          </a:xfrm>
          <a:prstGeom prst="rect">
            <a:avLst/>
          </a:prstGeom>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75908" y="6145459"/>
            <a:ext cx="11460492" cy="856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46" y="1279678"/>
            <a:ext cx="12208946" cy="4320822"/>
          </a:xfrm>
          <a:prstGeom prst="rect">
            <a:avLst/>
          </a:prstGeom>
        </p:spPr>
      </p:pic>
      <p:sp>
        <p:nvSpPr>
          <p:cNvPr id="16" name="object 4"/>
          <p:cNvSpPr/>
          <p:nvPr/>
        </p:nvSpPr>
        <p:spPr>
          <a:xfrm>
            <a:off x="578527" y="950494"/>
            <a:ext cx="6718631" cy="4896853"/>
          </a:xfrm>
          <a:custGeom>
            <a:avLst/>
            <a:gdLst/>
            <a:ahLst/>
            <a:cxnLst/>
            <a:rect l="l" t="t" r="r" b="b"/>
            <a:pathLst>
              <a:path w="4722622" h="5255272">
                <a:moveTo>
                  <a:pt x="4722622" y="5255272"/>
                </a:moveTo>
                <a:lnTo>
                  <a:pt x="0" y="5255272"/>
                </a:lnTo>
                <a:lnTo>
                  <a:pt x="0" y="0"/>
                </a:lnTo>
                <a:lnTo>
                  <a:pt x="4722622" y="0"/>
                </a:lnTo>
                <a:lnTo>
                  <a:pt x="4722622" y="5255272"/>
                </a:lnTo>
                <a:close/>
              </a:path>
            </a:pathLst>
          </a:custGeom>
          <a:solidFill>
            <a:srgbClr val="1F6AAD">
              <a:alpha val="70000"/>
            </a:srgbClr>
          </a:solidFill>
        </p:spPr>
        <p:txBody>
          <a:bodyPr wrap="square" lIns="0" tIns="0" rIns="0" bIns="0" rtlCol="0">
            <a:noAutofit/>
          </a:bodyPr>
          <a:lstStyle/>
          <a:p>
            <a:endParaRPr dirty="0"/>
          </a:p>
        </p:txBody>
      </p:sp>
      <p:sp>
        <p:nvSpPr>
          <p:cNvPr id="18" name="Title 1"/>
          <p:cNvSpPr>
            <a:spLocks noGrp="1"/>
          </p:cNvSpPr>
          <p:nvPr>
            <p:ph type="title" hasCustomPrompt="1"/>
          </p:nvPr>
        </p:nvSpPr>
        <p:spPr>
          <a:xfrm>
            <a:off x="803492" y="1637411"/>
            <a:ext cx="5147365" cy="2273300"/>
          </a:xfrm>
          <a:prstGeom prst="rect">
            <a:avLst/>
          </a:prstGeom>
        </p:spPr>
        <p:txBody>
          <a:bodyPr lIns="91436" tIns="45718" rIns="91436" bIns="45718" anchor="t"/>
          <a:lstStyle>
            <a:lvl1pPr algn="l">
              <a:defRPr sz="5000" b="1">
                <a:solidFill>
                  <a:schemeClr val="bg1"/>
                </a:solidFill>
                <a:latin typeface="Raleway" panose="020B0503030101060003" pitchFamily="34" charset="0"/>
              </a:defRPr>
            </a:lvl1pPr>
          </a:lstStyle>
          <a:p>
            <a:r>
              <a:rPr lang="en-US" dirty="0"/>
              <a:t>CLICK TO EDIT MASTER STYLE</a:t>
            </a:r>
            <a:endParaRPr lang="en-US" dirty="0"/>
          </a:p>
        </p:txBody>
      </p:sp>
      <p:pic>
        <p:nvPicPr>
          <p:cNvPr id="19" name="Picture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9614" y="436136"/>
            <a:ext cx="1768860" cy="407406"/>
          </a:xfrm>
          <a:prstGeom prst="rect">
            <a:avLst/>
          </a:prstGeom>
        </p:spPr>
      </p:pic>
      <p:pic>
        <p:nvPicPr>
          <p:cNvPr id="20" name="Picture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3352" y="5947420"/>
            <a:ext cx="6723806" cy="67395"/>
          </a:xfrm>
          <a:prstGeom prst="rect">
            <a:avLst/>
          </a:prstGeom>
        </p:spPr>
      </p:pic>
      <p:sp>
        <p:nvSpPr>
          <p:cNvPr id="22" name="Subtitle 2"/>
          <p:cNvSpPr txBox="1"/>
          <p:nvPr/>
        </p:nvSpPr>
        <p:spPr>
          <a:xfrm>
            <a:off x="7903882" y="6329698"/>
            <a:ext cx="3624592" cy="349056"/>
          </a:xfrm>
          <a:prstGeom prst="rect">
            <a:avLst/>
          </a:prstGeom>
        </p:spPr>
        <p:txBody>
          <a:bodyPr lIns="91436" tIns="45718" rIns="91436" bIns="45718"/>
          <a:lstStyle>
            <a:lvl1pPr marL="0" indent="0" algn="l" rtl="0" eaLnBrk="1" fontAlgn="base" hangingPunct="1">
              <a:spcBef>
                <a:spcPts val="800"/>
              </a:spcBef>
              <a:spcAft>
                <a:spcPct val="0"/>
              </a:spcAft>
              <a:buClr>
                <a:srgbClr val="595959"/>
              </a:buClr>
              <a:buFont typeface="Wingdings" panose="05000000000000000000" pitchFamily="2" charset="2"/>
              <a:buNone/>
              <a:defRPr lang="en-US" sz="1200" kern="1200">
                <a:solidFill>
                  <a:schemeClr val="tx1"/>
                </a:solidFill>
                <a:latin typeface="Myriad Pro" pitchFamily="34" charset="0"/>
                <a:ea typeface="Myriad Pro" pitchFamily="34" charset="0"/>
                <a:cs typeface="Arial" panose="020B0604020202020204" pitchFamily="34" charset="0"/>
              </a:defRPr>
            </a:lvl1pPr>
            <a:lvl2pPr marL="609600" indent="0" algn="ctr" rtl="0" eaLnBrk="1" fontAlgn="base" hangingPunct="1">
              <a:spcBef>
                <a:spcPts val="800"/>
              </a:spcBef>
              <a:spcAft>
                <a:spcPct val="0"/>
              </a:spcAft>
              <a:buFont typeface="Arial" panose="020B0604020202020204" pitchFamily="34" charset="0"/>
              <a:buNone/>
              <a:defRPr lang="en-US" kern="1200">
                <a:solidFill>
                  <a:schemeClr val="tx1">
                    <a:tint val="75000"/>
                  </a:schemeClr>
                </a:solidFill>
                <a:latin typeface="Arial" panose="020B0604020202020204" pitchFamily="34" charset="0"/>
                <a:ea typeface="MS PGothic" panose="020B0600070205080204" pitchFamily="34" charset="-128"/>
                <a:cs typeface="Arial" panose="020B0604020202020204" pitchFamily="34" charset="0"/>
              </a:defRPr>
            </a:lvl2pPr>
            <a:lvl3pPr marL="1219200" indent="0" algn="ctr" rtl="0" eaLnBrk="1" fontAlgn="base" hangingPunct="1">
              <a:spcBef>
                <a:spcPts val="800"/>
              </a:spcBef>
              <a:spcAft>
                <a:spcPct val="0"/>
              </a:spcAft>
              <a:buSzPct val="125000"/>
              <a:buFont typeface="Arial" panose="020B0604020202020204" pitchFamily="34" charset="0"/>
              <a:buNone/>
              <a:defRPr lang="en-US" sz="2100" kern="1200">
                <a:solidFill>
                  <a:schemeClr val="tx1">
                    <a:tint val="75000"/>
                  </a:schemeClr>
                </a:solidFill>
                <a:latin typeface="Arial" panose="020B0604020202020204" pitchFamily="34" charset="0"/>
                <a:ea typeface="MS PGothic" panose="020B0600070205080204" pitchFamily="34" charset="-128"/>
                <a:cs typeface="Arial" panose="020B0604020202020204" pitchFamily="34" charset="0"/>
              </a:defRPr>
            </a:lvl3pPr>
            <a:lvl4pPr marL="1828800" indent="0" algn="ctr" rtl="0" eaLnBrk="1" fontAlgn="base" hangingPunct="1">
              <a:spcBef>
                <a:spcPts val="800"/>
              </a:spcBef>
              <a:spcAft>
                <a:spcPct val="0"/>
              </a:spcAft>
              <a:buFont typeface="Courier New" panose="02070309020205020404" pitchFamily="49" charset="0"/>
              <a:buNone/>
              <a:defRPr lang="en-US" sz="2100" kern="1200">
                <a:solidFill>
                  <a:schemeClr val="tx1">
                    <a:tint val="75000"/>
                  </a:schemeClr>
                </a:solidFill>
                <a:latin typeface="Arial" panose="020B0604020202020204" pitchFamily="34" charset="0"/>
                <a:ea typeface="MS PGothic" panose="020B0600070205080204" pitchFamily="34" charset="-128"/>
                <a:cs typeface="Arial" panose="020B0604020202020204" pitchFamily="34" charset="0"/>
              </a:defRPr>
            </a:lvl4pPr>
            <a:lvl5pPr marL="2438400" indent="0" algn="ctr" rtl="0" eaLnBrk="1" fontAlgn="base" hangingPunct="1">
              <a:spcBef>
                <a:spcPts val="800"/>
              </a:spcBef>
              <a:spcAft>
                <a:spcPct val="0"/>
              </a:spcAft>
              <a:buFont typeface="Arial" panose="020B0604020202020204" pitchFamily="34" charset="0"/>
              <a:buNone/>
              <a:defRPr lang="en-US" sz="2100" kern="1200">
                <a:solidFill>
                  <a:schemeClr val="tx1">
                    <a:tint val="75000"/>
                  </a:schemeClr>
                </a:solidFill>
                <a:latin typeface="Arial" panose="020B0604020202020204" pitchFamily="34" charset="0"/>
                <a:ea typeface="MS PGothic" panose="020B0600070205080204" pitchFamily="34" charset="-128"/>
                <a:cs typeface="Arial" panose="020B0604020202020204" pitchFamily="34" charset="0"/>
              </a:defRPr>
            </a:lvl5pPr>
            <a:lvl6pPr marL="3048000" indent="0" algn="ctr" defTabSz="1218565"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6pPr>
            <a:lvl7pPr marL="3657600" indent="0" algn="ctr" defTabSz="1218565"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7pPr>
            <a:lvl8pPr marL="4266565" indent="0" algn="ctr" defTabSz="1218565"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8pPr>
            <a:lvl9pPr marL="4876165" indent="0" algn="ctr" defTabSz="1218565"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9pPr>
          </a:lstStyle>
          <a:p>
            <a:pPr algn="r" defTabSz="914400"/>
            <a:r>
              <a:rPr lang="en-IN" dirty="0">
                <a:solidFill>
                  <a:srgbClr val="1F6AAD"/>
                </a:solidFill>
              </a:rPr>
              <a:t>© 2015 Indegene. All rights reserved.</a:t>
            </a:r>
            <a:endParaRPr lang="bg-BG" dirty="0">
              <a:solidFill>
                <a:srgbClr val="1F6AAD"/>
              </a:solidFill>
            </a:endParaRPr>
          </a:p>
        </p:txBody>
      </p:sp>
      <p:pic>
        <p:nvPicPr>
          <p:cNvPr id="23" name="Picture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3351" y="6237851"/>
            <a:ext cx="4276385" cy="408599"/>
          </a:xfrm>
          <a:prstGeom prst="rect">
            <a:avLst/>
          </a:prstGeom>
        </p:spPr>
      </p:pic>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946" y="1279678"/>
            <a:ext cx="12208946" cy="4320822"/>
          </a:xfrm>
          <a:prstGeom prst="rect">
            <a:avLst/>
          </a:prstGeom>
        </p:spPr>
      </p:pic>
      <p:sp>
        <p:nvSpPr>
          <p:cNvPr id="10" name="object 4"/>
          <p:cNvSpPr/>
          <p:nvPr userDrawn="1"/>
        </p:nvSpPr>
        <p:spPr>
          <a:xfrm>
            <a:off x="578527" y="950494"/>
            <a:ext cx="6718631" cy="4896853"/>
          </a:xfrm>
          <a:custGeom>
            <a:avLst/>
            <a:gdLst/>
            <a:ahLst/>
            <a:cxnLst/>
            <a:rect l="l" t="t" r="r" b="b"/>
            <a:pathLst>
              <a:path w="4722622" h="5255272">
                <a:moveTo>
                  <a:pt x="4722622" y="5255272"/>
                </a:moveTo>
                <a:lnTo>
                  <a:pt x="0" y="5255272"/>
                </a:lnTo>
                <a:lnTo>
                  <a:pt x="0" y="0"/>
                </a:lnTo>
                <a:lnTo>
                  <a:pt x="4722622" y="0"/>
                </a:lnTo>
                <a:lnTo>
                  <a:pt x="4722622" y="5255272"/>
                </a:lnTo>
                <a:close/>
              </a:path>
            </a:pathLst>
          </a:custGeom>
          <a:solidFill>
            <a:srgbClr val="1F6AAD">
              <a:alpha val="70000"/>
            </a:srgbClr>
          </a:solidFill>
        </p:spPr>
        <p:txBody>
          <a:bodyPr wrap="square" lIns="0" tIns="0" rIns="0" bIns="0" rtlCol="0">
            <a:noAutofit/>
          </a:bodyPr>
          <a:lstStyle/>
          <a:p>
            <a:endParaRPr dirty="0"/>
          </a:p>
        </p:txBody>
      </p:sp>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59614" y="436136"/>
            <a:ext cx="1768860" cy="407406"/>
          </a:xfrm>
          <a:prstGeom prst="rect">
            <a:avLst/>
          </a:prstGeom>
        </p:spPr>
      </p:pic>
      <p:pic>
        <p:nvPicPr>
          <p:cNvPr id="13" name="Picture 1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73352" y="5947420"/>
            <a:ext cx="6723806" cy="67395"/>
          </a:xfrm>
          <a:prstGeom prst="rect">
            <a:avLst/>
          </a:prstGeom>
        </p:spPr>
      </p:pic>
      <p:sp>
        <p:nvSpPr>
          <p:cNvPr id="14" name="Subtitle 2"/>
          <p:cNvSpPr txBox="1"/>
          <p:nvPr userDrawn="1"/>
        </p:nvSpPr>
        <p:spPr>
          <a:xfrm>
            <a:off x="7903882" y="6329698"/>
            <a:ext cx="3624592" cy="349056"/>
          </a:xfrm>
          <a:prstGeom prst="rect">
            <a:avLst/>
          </a:prstGeom>
        </p:spPr>
        <p:txBody>
          <a:bodyPr lIns="91436" tIns="45718" rIns="91436" bIns="45718"/>
          <a:lstStyle>
            <a:lvl1pPr marL="0" indent="0" algn="l" rtl="0" eaLnBrk="1" fontAlgn="base" hangingPunct="1">
              <a:spcBef>
                <a:spcPts val="800"/>
              </a:spcBef>
              <a:spcAft>
                <a:spcPct val="0"/>
              </a:spcAft>
              <a:buClr>
                <a:srgbClr val="595959"/>
              </a:buClr>
              <a:buFont typeface="Wingdings" panose="05000000000000000000" pitchFamily="2" charset="2"/>
              <a:buNone/>
              <a:defRPr lang="en-US" sz="1200" kern="1200">
                <a:solidFill>
                  <a:schemeClr val="tx1"/>
                </a:solidFill>
                <a:latin typeface="Myriad Pro" pitchFamily="34" charset="0"/>
                <a:ea typeface="Myriad Pro" pitchFamily="34" charset="0"/>
                <a:cs typeface="Arial" panose="020B0604020202020204" pitchFamily="34" charset="0"/>
              </a:defRPr>
            </a:lvl1pPr>
            <a:lvl2pPr marL="609600" indent="0" algn="ctr" rtl="0" eaLnBrk="1" fontAlgn="base" hangingPunct="1">
              <a:spcBef>
                <a:spcPts val="800"/>
              </a:spcBef>
              <a:spcAft>
                <a:spcPct val="0"/>
              </a:spcAft>
              <a:buFont typeface="Arial" panose="020B0604020202020204" pitchFamily="34" charset="0"/>
              <a:buNone/>
              <a:defRPr lang="en-US" kern="1200">
                <a:solidFill>
                  <a:schemeClr val="tx1">
                    <a:tint val="75000"/>
                  </a:schemeClr>
                </a:solidFill>
                <a:latin typeface="Arial" panose="020B0604020202020204" pitchFamily="34" charset="0"/>
                <a:ea typeface="MS PGothic" panose="020B0600070205080204" pitchFamily="34" charset="-128"/>
                <a:cs typeface="Arial" panose="020B0604020202020204" pitchFamily="34" charset="0"/>
              </a:defRPr>
            </a:lvl2pPr>
            <a:lvl3pPr marL="1219200" indent="0" algn="ctr" rtl="0" eaLnBrk="1" fontAlgn="base" hangingPunct="1">
              <a:spcBef>
                <a:spcPts val="800"/>
              </a:spcBef>
              <a:spcAft>
                <a:spcPct val="0"/>
              </a:spcAft>
              <a:buSzPct val="125000"/>
              <a:buFont typeface="Arial" panose="020B0604020202020204" pitchFamily="34" charset="0"/>
              <a:buNone/>
              <a:defRPr lang="en-US" sz="2100" kern="1200">
                <a:solidFill>
                  <a:schemeClr val="tx1">
                    <a:tint val="75000"/>
                  </a:schemeClr>
                </a:solidFill>
                <a:latin typeface="Arial" panose="020B0604020202020204" pitchFamily="34" charset="0"/>
                <a:ea typeface="MS PGothic" panose="020B0600070205080204" pitchFamily="34" charset="-128"/>
                <a:cs typeface="Arial" panose="020B0604020202020204" pitchFamily="34" charset="0"/>
              </a:defRPr>
            </a:lvl3pPr>
            <a:lvl4pPr marL="1828800" indent="0" algn="ctr" rtl="0" eaLnBrk="1" fontAlgn="base" hangingPunct="1">
              <a:spcBef>
                <a:spcPts val="800"/>
              </a:spcBef>
              <a:spcAft>
                <a:spcPct val="0"/>
              </a:spcAft>
              <a:buFont typeface="Courier New" panose="02070309020205020404" pitchFamily="49" charset="0"/>
              <a:buNone/>
              <a:defRPr lang="en-US" sz="2100" kern="1200">
                <a:solidFill>
                  <a:schemeClr val="tx1">
                    <a:tint val="75000"/>
                  </a:schemeClr>
                </a:solidFill>
                <a:latin typeface="Arial" panose="020B0604020202020204" pitchFamily="34" charset="0"/>
                <a:ea typeface="MS PGothic" panose="020B0600070205080204" pitchFamily="34" charset="-128"/>
                <a:cs typeface="Arial" panose="020B0604020202020204" pitchFamily="34" charset="0"/>
              </a:defRPr>
            </a:lvl4pPr>
            <a:lvl5pPr marL="2438400" indent="0" algn="ctr" rtl="0" eaLnBrk="1" fontAlgn="base" hangingPunct="1">
              <a:spcBef>
                <a:spcPts val="800"/>
              </a:spcBef>
              <a:spcAft>
                <a:spcPct val="0"/>
              </a:spcAft>
              <a:buFont typeface="Arial" panose="020B0604020202020204" pitchFamily="34" charset="0"/>
              <a:buNone/>
              <a:defRPr lang="en-US" sz="2100" kern="1200">
                <a:solidFill>
                  <a:schemeClr val="tx1">
                    <a:tint val="75000"/>
                  </a:schemeClr>
                </a:solidFill>
                <a:latin typeface="Arial" panose="020B0604020202020204" pitchFamily="34" charset="0"/>
                <a:ea typeface="MS PGothic" panose="020B0600070205080204" pitchFamily="34" charset="-128"/>
                <a:cs typeface="Arial" panose="020B0604020202020204" pitchFamily="34" charset="0"/>
              </a:defRPr>
            </a:lvl5pPr>
            <a:lvl6pPr marL="3048000" indent="0" algn="ctr" defTabSz="1218565"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6pPr>
            <a:lvl7pPr marL="3657600" indent="0" algn="ctr" defTabSz="1218565"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7pPr>
            <a:lvl8pPr marL="4266565" indent="0" algn="ctr" defTabSz="1218565"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8pPr>
            <a:lvl9pPr marL="4876165" indent="0" algn="ctr" defTabSz="1218565"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9pPr>
          </a:lstStyle>
          <a:p>
            <a:pPr algn="r" defTabSz="914400"/>
            <a:r>
              <a:rPr lang="en-IN" dirty="0">
                <a:solidFill>
                  <a:srgbClr val="1F6AAD"/>
                </a:solidFill>
              </a:rPr>
              <a:t>© 2015 Indegene. All rights reserved.</a:t>
            </a:r>
            <a:endParaRPr lang="bg-BG" dirty="0">
              <a:solidFill>
                <a:srgbClr val="1F6AAD"/>
              </a:solidFill>
            </a:endParaRPr>
          </a:p>
        </p:txBody>
      </p:sp>
      <p:pic>
        <p:nvPicPr>
          <p:cNvPr id="15" name="Picture 1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73351" y="6237851"/>
            <a:ext cx="4276385" cy="408599"/>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cSld name="2_Title without subtitle">
    <p:spTree>
      <p:nvGrpSpPr>
        <p:cNvPr id="1" name=""/>
        <p:cNvGrpSpPr/>
        <p:nvPr/>
      </p:nvGrpSpPr>
      <p:grpSpPr>
        <a:xfrm>
          <a:off x="0" y="0"/>
          <a:ext cx="0" cy="0"/>
          <a:chOff x="0" y="0"/>
          <a:chExt cx="0" cy="0"/>
        </a:xfrm>
      </p:grpSpPr>
      <p:sp>
        <p:nvSpPr>
          <p:cNvPr id="24" name="Title 1"/>
          <p:cNvSpPr txBox="1"/>
          <p:nvPr/>
        </p:nvSpPr>
        <p:spPr>
          <a:xfrm>
            <a:off x="457784" y="6463838"/>
            <a:ext cx="425671" cy="238025"/>
          </a:xfrm>
          <a:prstGeom prst="rect">
            <a:avLst/>
          </a:prstGeom>
        </p:spPr>
        <p:txBody>
          <a:bodyPr vert="horz" lIns="121914" tIns="60957" rIns="121914" bIns="60957"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fld id="{CCC7312D-DA9C-405E-A106-5335D83A4D1A}" type="slidenum">
              <a:rPr lang="en-US" sz="1600" b="1" spc="-200" smtClean="0">
                <a:solidFill>
                  <a:srgbClr val="1F6AAD"/>
                </a:solidFill>
                <a:latin typeface="Myriad Pro" pitchFamily="34" charset="0"/>
                <a:cs typeface="Arial" panose="020B0604020202020204" pitchFamily="34" charset="0"/>
              </a:rPr>
            </a:fld>
            <a:endParaRPr lang="en-US" sz="1100" b="1" spc="-200" dirty="0">
              <a:solidFill>
                <a:srgbClr val="1F6AAD"/>
              </a:solidFill>
              <a:latin typeface="Myriad Pro" pitchFamily="34" charset="0"/>
              <a:cs typeface="Arial" panose="020B0604020202020204" pitchFamily="34" charset="0"/>
            </a:endParaRPr>
          </a:p>
        </p:txBody>
      </p:sp>
      <p:pic>
        <p:nvPicPr>
          <p:cNvPr id="25" name="Picture 5" descr="C:\Users\EAMEJIA\Desktop\Duckson\PNG Elements\controls.png">
            <a:hlinkClick r:id="" action="ppaction://hlinkshowjump?jump=previousslid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80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5" descr="C:\Users\EAMEJIA\Desktop\Duckson\PNG Elements\controls.png">
            <a:hlinkClick r:id="" action="ppaction://hlinkshowjump?jump=nextslid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78564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sp>
        <p:nvSpPr>
          <p:cNvPr id="27" name="Title 1"/>
          <p:cNvSpPr>
            <a:spLocks noGrp="1"/>
          </p:cNvSpPr>
          <p:nvPr>
            <p:ph type="ctrTitle"/>
          </p:nvPr>
        </p:nvSpPr>
        <p:spPr>
          <a:xfrm>
            <a:off x="375908" y="193414"/>
            <a:ext cx="11460491" cy="672075"/>
          </a:xfrm>
          <a:prstGeom prst="rect">
            <a:avLst/>
          </a:prstGeom>
        </p:spPr>
        <p:txBody>
          <a:bodyPr lIns="91436" tIns="45718" rIns="91436" bIns="45718"/>
          <a:lstStyle>
            <a:lvl1pPr algn="l">
              <a:defRPr lang="bg-BG" sz="3200" b="1" kern="1200" dirty="0">
                <a:solidFill>
                  <a:srgbClr val="1F6AAD"/>
                </a:solidFill>
                <a:latin typeface="Myriad Pro" pitchFamily="34" charset="0"/>
                <a:ea typeface="Myriad Pro" pitchFamily="34" charset="0"/>
                <a:cs typeface="Arial" panose="020B0604020202020204" pitchFamily="34" charset="0"/>
              </a:defRPr>
            </a:lvl1pPr>
          </a:lstStyle>
          <a:p>
            <a:r>
              <a:rPr lang="en-US"/>
              <a:t>Click to edit Master title style</a:t>
            </a:r>
            <a:endParaRPr lang="bg-BG" dirty="0"/>
          </a:p>
        </p:txBody>
      </p:sp>
      <p:pic>
        <p:nvPicPr>
          <p:cNvPr id="30" name="Picture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64800" y="6314021"/>
            <a:ext cx="1371599" cy="315908"/>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5908" y="6145459"/>
            <a:ext cx="11460492" cy="85685"/>
          </a:xfrm>
          <a:prstGeom prst="rect">
            <a:avLst/>
          </a:prstGeom>
        </p:spPr>
      </p:pic>
      <p:sp>
        <p:nvSpPr>
          <p:cNvPr id="8" name="Title 1"/>
          <p:cNvSpPr txBox="1"/>
          <p:nvPr userDrawn="1"/>
        </p:nvSpPr>
        <p:spPr>
          <a:xfrm>
            <a:off x="457784" y="6463838"/>
            <a:ext cx="425671" cy="238025"/>
          </a:xfrm>
          <a:prstGeom prst="rect">
            <a:avLst/>
          </a:prstGeom>
        </p:spPr>
        <p:txBody>
          <a:bodyPr vert="horz" lIns="121914" tIns="60957" rIns="121914" bIns="60957"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fld id="{CCC7312D-DA9C-405E-A106-5335D83A4D1A}" type="slidenum">
              <a:rPr lang="en-US" sz="1600" b="1" spc="-200" smtClean="0">
                <a:solidFill>
                  <a:srgbClr val="1F6AAD"/>
                </a:solidFill>
                <a:latin typeface="Myriad Pro" pitchFamily="34" charset="0"/>
                <a:cs typeface="Arial" panose="020B0604020202020204" pitchFamily="34" charset="0"/>
              </a:rPr>
            </a:fld>
            <a:endParaRPr lang="en-US" sz="1100" b="1" spc="-200" dirty="0">
              <a:solidFill>
                <a:srgbClr val="1F6AAD"/>
              </a:solidFill>
              <a:latin typeface="Myriad Pro" pitchFamily="34" charset="0"/>
              <a:cs typeface="Arial" panose="020B0604020202020204" pitchFamily="34" charset="0"/>
            </a:endParaRPr>
          </a:p>
        </p:txBody>
      </p:sp>
      <p:pic>
        <p:nvPicPr>
          <p:cNvPr id="10" name="Picture 5" descr="C:\Users\EAMEJIA\Desktop\Duckson\PNG Elements\controls.png">
            <a:hlinkClick r:id="" action="ppaction://hlinkshowjump?jump=previous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2680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5" descr="C:\Users\EAMEJIA\Desktop\Duckson\PNG Elements\controls.png">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flipH="1">
            <a:off x="78564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464800" y="6314021"/>
            <a:ext cx="1371599" cy="315908"/>
          </a:xfrm>
          <a:prstGeom prst="rect">
            <a:avLst/>
          </a:prstGeom>
        </p:spPr>
      </p:pic>
      <p:pic>
        <p:nvPicPr>
          <p:cNvPr id="13" name="Picture 1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75908" y="6145459"/>
            <a:ext cx="11460492" cy="856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3A2CB9-B5A8-4900-A386-203D8D5C0F2B}"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3A2CB9-B5A8-4900-A386-203D8D5C0F2B}"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3A2CB9-B5A8-4900-A386-203D8D5C0F2B}"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3A2CB9-B5A8-4900-A386-203D8D5C0F2B}"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3A2CB9-B5A8-4900-A386-203D8D5C0F2B}"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87325"/>
            <a:ext cx="10515600" cy="777875"/>
          </a:xfrm>
        </p:spPr>
        <p:txBody>
          <a:bodyPr>
            <a:normAutofit/>
          </a:bodyPr>
          <a:lstStyle>
            <a:lvl1pPr>
              <a:defRPr sz="3200">
                <a:latin typeface="Raleway" panose="020B0503030101060003" pitchFamily="34" charset="0"/>
              </a:defRPr>
            </a:lvl1pPr>
          </a:lstStyle>
          <a:p>
            <a:r>
              <a:rPr lang="en-US" dirty="0"/>
              <a:t>Click to edit Master title style</a:t>
            </a:r>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111768"/>
            <a:ext cx="12192000" cy="746232"/>
          </a:xfrm>
          <a:prstGeom prst="rect">
            <a:avLst/>
          </a:prstGeom>
        </p:spPr>
      </p:pic>
      <p:sp>
        <p:nvSpPr>
          <p:cNvPr id="11" name="Slide Number Placeholder 10"/>
          <p:cNvSpPr>
            <a:spLocks noGrp="1"/>
          </p:cNvSpPr>
          <p:nvPr>
            <p:ph type="sldNum" sz="quarter" idx="12"/>
          </p:nvPr>
        </p:nvSpPr>
        <p:spPr>
          <a:xfrm>
            <a:off x="5727700" y="6302321"/>
            <a:ext cx="457200" cy="365125"/>
          </a:xfrm>
        </p:spPr>
        <p:txBody>
          <a:bodyPr/>
          <a:lstStyle>
            <a:lvl1pPr>
              <a:defRPr sz="1400" b="1">
                <a:solidFill>
                  <a:srgbClr val="0070C0"/>
                </a:solidFill>
                <a:latin typeface="Raleway" panose="020B0503030101060003" pitchFamily="34" charset="0"/>
              </a:defRPr>
            </a:lvl1pPr>
          </a:lstStyle>
          <a:p>
            <a:fld id="{D53A2CB9-B5A8-4900-A386-203D8D5C0F2B}" type="slidenum">
              <a:rPr lang="en-US" smtClean="0"/>
            </a:fld>
            <a:endParaRPr lang="en-US" dirty="0"/>
          </a:p>
        </p:txBody>
      </p:sp>
      <p:sp>
        <p:nvSpPr>
          <p:cNvPr id="13" name="Text Placeholder 12"/>
          <p:cNvSpPr>
            <a:spLocks noGrp="1"/>
          </p:cNvSpPr>
          <p:nvPr>
            <p:ph type="body" sz="quarter" idx="13"/>
          </p:nvPr>
        </p:nvSpPr>
        <p:spPr>
          <a:xfrm>
            <a:off x="457200" y="1206500"/>
            <a:ext cx="10515600" cy="4495800"/>
          </a:xfrm>
        </p:spPr>
        <p:txBody>
          <a:bodyPr/>
          <a:lstStyle>
            <a:lvl1pPr>
              <a:defRPr baseline="0">
                <a:latin typeface="Raleway" panose="020B0503030101060003" pitchFamily="34" charset="0"/>
              </a:defRPr>
            </a:lvl1pPr>
            <a:lvl2pPr>
              <a:defRPr baseline="0">
                <a:latin typeface="Raleway" panose="020B0503030101060003" pitchFamily="34" charset="0"/>
              </a:defRPr>
            </a:lvl2pPr>
            <a:lvl3pPr>
              <a:defRPr baseline="0">
                <a:latin typeface="Raleway" panose="020B0503030101060003" pitchFamily="34" charset="0"/>
              </a:defRPr>
            </a:lvl3pPr>
            <a:lvl4pPr>
              <a:defRPr baseline="0">
                <a:latin typeface="Raleway" panose="020B0503030101060003" pitchFamily="34" charset="0"/>
              </a:defRPr>
            </a:lvl4pPr>
            <a:lvl5pPr>
              <a:defRPr baseline="0">
                <a:latin typeface="Raleway" panose="020B0503030101060003"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0" name="Text Placeholder 19"/>
          <p:cNvSpPr>
            <a:spLocks noGrp="1"/>
          </p:cNvSpPr>
          <p:nvPr>
            <p:ph type="body" sz="quarter" idx="14" hasCustomPrompt="1"/>
          </p:nvPr>
        </p:nvSpPr>
        <p:spPr>
          <a:xfrm>
            <a:off x="457200" y="6302321"/>
            <a:ext cx="1536700" cy="355600"/>
          </a:xfrm>
        </p:spPr>
        <p:txBody>
          <a:bodyPr>
            <a:noAutofit/>
          </a:bodyPr>
          <a:lstStyle>
            <a:lvl1pPr marL="0" indent="0">
              <a:buNone/>
              <a:defRPr sz="2000">
                <a:latin typeface="Raleway" panose="020B0503030101060003" pitchFamily="34" charset="0"/>
              </a:defRPr>
            </a:lvl1pPr>
          </a:lstStyle>
          <a:p>
            <a:pPr lvl="0"/>
            <a:r>
              <a:rPr lang="en-US" dirty="0"/>
              <a:t>Topic</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3A2CB9-B5A8-4900-A386-203D8D5C0F2B}" type="slidenum">
              <a:rPr lang="en-US" smtClean="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3A2CB9-B5A8-4900-A386-203D8D5C0F2B}" type="slidenum">
              <a:rPr lang="en-US" smtClean="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3A2CB9-B5A8-4900-A386-203D8D5C0F2B}" type="slidenum">
              <a:rPr lang="en-US" smtClean="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3A2CB9-B5A8-4900-A386-203D8D5C0F2B}" type="slidenum">
              <a:rPr lang="en-US" smtClean="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3A2CB9-B5A8-4900-A386-203D8D5C0F2B}" type="slidenum">
              <a:rPr lang="en-US" smtClean="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3A2CB9-B5A8-4900-A386-203D8D5C0F2B}" type="slidenum">
              <a:rPr lang="en-US" smtClean="0"/>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2_Title without subtitle">
    <p:spTree>
      <p:nvGrpSpPr>
        <p:cNvPr id="1" name=""/>
        <p:cNvGrpSpPr/>
        <p:nvPr/>
      </p:nvGrpSpPr>
      <p:grpSpPr>
        <a:xfrm>
          <a:off x="0" y="0"/>
          <a:ext cx="0" cy="0"/>
          <a:chOff x="0" y="0"/>
          <a:chExt cx="0" cy="0"/>
        </a:xfrm>
      </p:grpSpPr>
      <p:sp>
        <p:nvSpPr>
          <p:cNvPr id="27" name="Title 1"/>
          <p:cNvSpPr>
            <a:spLocks noGrp="1"/>
          </p:cNvSpPr>
          <p:nvPr>
            <p:ph type="ctrTitle"/>
          </p:nvPr>
        </p:nvSpPr>
        <p:spPr>
          <a:xfrm>
            <a:off x="375908" y="193414"/>
            <a:ext cx="11460491" cy="672075"/>
          </a:xfrm>
          <a:prstGeom prst="rect">
            <a:avLst/>
          </a:prstGeom>
        </p:spPr>
        <p:txBody>
          <a:bodyPr lIns="91436" tIns="45718" rIns="91436" bIns="45718"/>
          <a:lstStyle>
            <a:lvl1pPr algn="l">
              <a:defRPr lang="bg-BG" sz="3200" b="1" kern="1200" dirty="0">
                <a:solidFill>
                  <a:srgbClr val="1F6AAD"/>
                </a:solidFill>
                <a:latin typeface="Myriad Pro" pitchFamily="34" charset="0"/>
                <a:ea typeface="Myriad Pro" pitchFamily="34" charset="0"/>
                <a:cs typeface="Arial" panose="020B0604020202020204" pitchFamily="34" charset="0"/>
              </a:defRPr>
            </a:lvl1pPr>
          </a:lstStyle>
          <a:p>
            <a:r>
              <a:rPr lang="en-US"/>
              <a:t>Click to edit Master title style</a:t>
            </a:r>
            <a:endParaRPr lang="bg-BG" dirty="0"/>
          </a:p>
        </p:txBody>
      </p:sp>
      <p:sp>
        <p:nvSpPr>
          <p:cNvPr id="8" name="Title 1"/>
          <p:cNvSpPr txBox="1"/>
          <p:nvPr/>
        </p:nvSpPr>
        <p:spPr>
          <a:xfrm>
            <a:off x="457784" y="6463838"/>
            <a:ext cx="425671" cy="238025"/>
          </a:xfrm>
          <a:prstGeom prst="rect">
            <a:avLst/>
          </a:prstGeom>
        </p:spPr>
        <p:txBody>
          <a:bodyPr vert="horz" lIns="121914" tIns="60957" rIns="121914" bIns="60957"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fld id="{CCC7312D-DA9C-405E-A106-5335D83A4D1A}" type="slidenum">
              <a:rPr lang="en-US" sz="1600" b="1" spc="-200" smtClean="0">
                <a:solidFill>
                  <a:srgbClr val="1F6AAD"/>
                </a:solidFill>
                <a:latin typeface="Myriad Pro" pitchFamily="34" charset="0"/>
                <a:cs typeface="Arial" panose="020B0604020202020204" pitchFamily="34" charset="0"/>
              </a:rPr>
            </a:fld>
            <a:endParaRPr lang="en-US" sz="1100" b="1" spc="-200" dirty="0">
              <a:solidFill>
                <a:srgbClr val="1F6AAD"/>
              </a:solidFill>
              <a:latin typeface="Myriad Pro" pitchFamily="34" charset="0"/>
              <a:cs typeface="Arial" panose="020B0604020202020204" pitchFamily="34" charset="0"/>
            </a:endParaRPr>
          </a:p>
        </p:txBody>
      </p:sp>
      <p:pic>
        <p:nvPicPr>
          <p:cNvPr id="10" name="Picture 5" descr="C:\Users\EAMEJIA\Desktop\Duckson\PNG Elements\controls.png">
            <a:hlinkClick r:id="" action="ppaction://hlinkshowjump?jump=previousslid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80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5" descr="C:\Users\EAMEJIA\Desktop\Duckson\PNG Elements\controls.png">
            <a:hlinkClick r:id="" action="ppaction://hlinkshowjump?jump=nextslid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78564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64800" y="6314021"/>
            <a:ext cx="1371599" cy="315908"/>
          </a:xfrm>
          <a:prstGeom prst="rect">
            <a:avLst/>
          </a:prstGeom>
        </p:spPr>
      </p:pic>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5908" y="6145459"/>
            <a:ext cx="11460492" cy="8568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slideLayout" Target="../slideLayouts/slideLayout12.xml"/><Relationship Id="rId7" Type="http://schemas.openxmlformats.org/officeDocument/2006/relationships/slideLayout" Target="../slideLayouts/slideLayout11.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3" Type="http://schemas.openxmlformats.org/officeDocument/2006/relationships/slideLayout" Target="../slideLayouts/slideLayout7.xml"/><Relationship Id="rId2" Type="http://schemas.openxmlformats.org/officeDocument/2006/relationships/slideLayout" Target="../slideLayouts/slideLayout6.xml"/><Relationship Id="rId14" Type="http://schemas.openxmlformats.org/officeDocument/2006/relationships/theme" Target="../theme/theme3.xml"/><Relationship Id="rId13" Type="http://schemas.openxmlformats.org/officeDocument/2006/relationships/slideLayout" Target="../slideLayouts/slideLayout17.xml"/><Relationship Id="rId12" Type="http://schemas.openxmlformats.org/officeDocument/2006/relationships/slideLayout" Target="../slideLayouts/slideLayout16.xml"/><Relationship Id="rId11" Type="http://schemas.openxmlformats.org/officeDocument/2006/relationships/slideLayout" Target="../slideLayouts/slideLayout15.xml"/><Relationship Id="rId10" Type="http://schemas.openxmlformats.org/officeDocument/2006/relationships/slideLayout" Target="../slideLayouts/slideLayout14.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mc:Choice xmlns:p14="http://schemas.microsoft.com/office/powerpoint/2010/main" Requires="p14">
      <p:transition p14:dur="10"/>
    </mc:Choice>
    <mc:Fallback>
      <p:transition/>
    </mc:Fallback>
  </mc:AlternateContent>
  <p:hf hdr="0" ftr="0" dt="0"/>
  <p:txStyles>
    <p:titleStyle>
      <a:lvl1pPr algn="l" rtl="0" eaLnBrk="1" fontAlgn="base" hangingPunct="1">
        <a:spcBef>
          <a:spcPct val="0"/>
        </a:spcBef>
        <a:spcAft>
          <a:spcPct val="0"/>
        </a:spcAft>
        <a:defRPr lang="en-US" sz="3500" b="1" kern="1200" dirty="0">
          <a:solidFill>
            <a:srgbClr val="00B0F0"/>
          </a:solidFill>
          <a:latin typeface="Arial" panose="020B0604020202020204" pitchFamily="34" charset="0"/>
          <a:ea typeface="MS PGothic" panose="020B0600070205080204" pitchFamily="34" charset="-128"/>
          <a:cs typeface="Arial" panose="020B0604020202020204" pitchFamily="34" charset="0"/>
        </a:defRPr>
      </a:lvl1pPr>
      <a:lvl2pPr algn="l" rtl="0" eaLnBrk="1" fontAlgn="base" hangingPunct="1">
        <a:spcBef>
          <a:spcPct val="0"/>
        </a:spcBef>
        <a:spcAft>
          <a:spcPct val="0"/>
        </a:spcAft>
        <a:defRPr sz="3500" b="1">
          <a:solidFill>
            <a:srgbClr val="00B0F0"/>
          </a:solidFill>
          <a:latin typeface="Arial" panose="020B0604020202020204" pitchFamily="34" charset="0"/>
          <a:ea typeface="MS PGothic" panose="020B0600070205080204" pitchFamily="34" charset="-128"/>
          <a:cs typeface="Arial" panose="020B0604020202020204" pitchFamily="34" charset="0"/>
        </a:defRPr>
      </a:lvl2pPr>
      <a:lvl3pPr algn="l" rtl="0" eaLnBrk="1" fontAlgn="base" hangingPunct="1">
        <a:spcBef>
          <a:spcPct val="0"/>
        </a:spcBef>
        <a:spcAft>
          <a:spcPct val="0"/>
        </a:spcAft>
        <a:defRPr sz="3500" b="1">
          <a:solidFill>
            <a:srgbClr val="00B0F0"/>
          </a:solidFill>
          <a:latin typeface="Arial" panose="020B0604020202020204" pitchFamily="34" charset="0"/>
          <a:ea typeface="MS PGothic" panose="020B0600070205080204" pitchFamily="34" charset="-128"/>
          <a:cs typeface="Arial" panose="020B0604020202020204" pitchFamily="34" charset="0"/>
        </a:defRPr>
      </a:lvl3pPr>
      <a:lvl4pPr algn="l" rtl="0" eaLnBrk="1" fontAlgn="base" hangingPunct="1">
        <a:spcBef>
          <a:spcPct val="0"/>
        </a:spcBef>
        <a:spcAft>
          <a:spcPct val="0"/>
        </a:spcAft>
        <a:defRPr sz="3500" b="1">
          <a:solidFill>
            <a:srgbClr val="00B0F0"/>
          </a:solidFill>
          <a:latin typeface="Arial" panose="020B0604020202020204" pitchFamily="34" charset="0"/>
          <a:ea typeface="MS PGothic" panose="020B0600070205080204" pitchFamily="34" charset="-128"/>
          <a:cs typeface="Arial" panose="020B0604020202020204" pitchFamily="34" charset="0"/>
        </a:defRPr>
      </a:lvl4pPr>
      <a:lvl5pPr algn="l" rtl="0" eaLnBrk="1" fontAlgn="base" hangingPunct="1">
        <a:spcBef>
          <a:spcPct val="0"/>
        </a:spcBef>
        <a:spcAft>
          <a:spcPct val="0"/>
        </a:spcAft>
        <a:defRPr sz="3500" b="1">
          <a:solidFill>
            <a:srgbClr val="00B0F0"/>
          </a:solidFill>
          <a:latin typeface="Arial" panose="020B0604020202020204" pitchFamily="34" charset="0"/>
          <a:ea typeface="MS PGothic" panose="020B0600070205080204" pitchFamily="34" charset="-128"/>
          <a:cs typeface="Arial" panose="020B0604020202020204" pitchFamily="34" charset="0"/>
        </a:defRPr>
      </a:lvl5pPr>
      <a:lvl6pPr marL="609600" algn="l" rtl="0" eaLnBrk="1" fontAlgn="base" hangingPunct="1">
        <a:spcBef>
          <a:spcPct val="0"/>
        </a:spcBef>
        <a:spcAft>
          <a:spcPct val="0"/>
        </a:spcAft>
        <a:defRPr sz="5900">
          <a:solidFill>
            <a:srgbClr val="00B0F0"/>
          </a:solidFill>
          <a:latin typeface="Arial" panose="020B0604020202020204" pitchFamily="34" charset="0"/>
          <a:ea typeface="MS PGothic" panose="020B0600070205080204" pitchFamily="34" charset="-128"/>
        </a:defRPr>
      </a:lvl6pPr>
      <a:lvl7pPr marL="1219200" algn="l" rtl="0" eaLnBrk="1" fontAlgn="base" hangingPunct="1">
        <a:spcBef>
          <a:spcPct val="0"/>
        </a:spcBef>
        <a:spcAft>
          <a:spcPct val="0"/>
        </a:spcAft>
        <a:defRPr sz="5900">
          <a:solidFill>
            <a:srgbClr val="00B0F0"/>
          </a:solidFill>
          <a:latin typeface="Arial" panose="020B0604020202020204" pitchFamily="34" charset="0"/>
          <a:ea typeface="MS PGothic" panose="020B0600070205080204" pitchFamily="34" charset="-128"/>
        </a:defRPr>
      </a:lvl7pPr>
      <a:lvl8pPr marL="1828800" algn="l" rtl="0" eaLnBrk="1" fontAlgn="base" hangingPunct="1">
        <a:spcBef>
          <a:spcPct val="0"/>
        </a:spcBef>
        <a:spcAft>
          <a:spcPct val="0"/>
        </a:spcAft>
        <a:defRPr sz="5900">
          <a:solidFill>
            <a:srgbClr val="00B0F0"/>
          </a:solidFill>
          <a:latin typeface="Arial" panose="020B0604020202020204" pitchFamily="34" charset="0"/>
          <a:ea typeface="MS PGothic" panose="020B0600070205080204" pitchFamily="34" charset="-128"/>
        </a:defRPr>
      </a:lvl8pPr>
      <a:lvl9pPr marL="2438400" algn="l" rtl="0" eaLnBrk="1" fontAlgn="base" hangingPunct="1">
        <a:spcBef>
          <a:spcPct val="0"/>
        </a:spcBef>
        <a:spcAft>
          <a:spcPct val="0"/>
        </a:spcAft>
        <a:defRPr sz="5900">
          <a:solidFill>
            <a:srgbClr val="00B0F0"/>
          </a:solidFill>
          <a:latin typeface="Arial" panose="020B0604020202020204" pitchFamily="34" charset="0"/>
          <a:ea typeface="MS PGothic" panose="020B0600070205080204" pitchFamily="34" charset="-128"/>
        </a:defRPr>
      </a:lvl9pPr>
    </p:titleStyle>
    <p:bodyStyle>
      <a:lvl1pPr marL="304800" indent="-304800" algn="l" rtl="0" eaLnBrk="1" fontAlgn="base" hangingPunct="1">
        <a:spcBef>
          <a:spcPts val="800"/>
        </a:spcBef>
        <a:spcAft>
          <a:spcPct val="0"/>
        </a:spcAft>
        <a:buClr>
          <a:srgbClr val="595959"/>
        </a:buClr>
        <a:buFont typeface="Wingdings" panose="05000000000000000000" pitchFamily="2" charset="2"/>
        <a:buChar char="§"/>
        <a:defRPr lang="en-US" sz="2700" kern="1200">
          <a:solidFill>
            <a:srgbClr val="595959"/>
          </a:solidFill>
          <a:latin typeface="Arial" panose="020B0604020202020204" pitchFamily="34" charset="0"/>
          <a:ea typeface="MS PGothic" panose="020B0600070205080204" pitchFamily="34" charset="-128"/>
          <a:cs typeface="Arial" panose="020B0604020202020204" pitchFamily="34" charset="0"/>
        </a:defRPr>
      </a:lvl1pPr>
      <a:lvl2pPr marL="609600" indent="-304800" algn="l" rtl="0" eaLnBrk="1" fontAlgn="base" hangingPunct="1">
        <a:spcBef>
          <a:spcPts val="800"/>
        </a:spcBef>
        <a:spcAft>
          <a:spcPct val="0"/>
        </a:spcAft>
        <a:buFont typeface="Arial" panose="020B0604020202020204" pitchFamily="34" charset="0"/>
        <a:buChar char="–"/>
        <a:defRPr lang="en-US" kern="1200">
          <a:solidFill>
            <a:srgbClr val="595959"/>
          </a:solidFill>
          <a:latin typeface="Arial" panose="020B0604020202020204" pitchFamily="34" charset="0"/>
          <a:ea typeface="MS PGothic" panose="020B0600070205080204" pitchFamily="34" charset="-128"/>
          <a:cs typeface="Arial" panose="020B0604020202020204" pitchFamily="34" charset="0"/>
        </a:defRPr>
      </a:lvl2pPr>
      <a:lvl3pPr marL="914400" indent="-304800" algn="l" rtl="0" eaLnBrk="1" fontAlgn="base" hangingPunct="1">
        <a:spcBef>
          <a:spcPts val="800"/>
        </a:spcBef>
        <a:spcAft>
          <a:spcPct val="0"/>
        </a:spcAft>
        <a:buSzPct val="125000"/>
        <a:buFont typeface="Arial" panose="020B0604020202020204" pitchFamily="34" charset="0"/>
        <a:buChar char="•"/>
        <a:defRPr lang="en-US" sz="2100" kern="1200">
          <a:solidFill>
            <a:srgbClr val="595959"/>
          </a:solidFill>
          <a:latin typeface="Arial" panose="020B0604020202020204" pitchFamily="34" charset="0"/>
          <a:ea typeface="MS PGothic" panose="020B0600070205080204" pitchFamily="34" charset="-128"/>
          <a:cs typeface="Arial" panose="020B0604020202020204" pitchFamily="34" charset="0"/>
        </a:defRPr>
      </a:lvl3pPr>
      <a:lvl4pPr marL="1219200" indent="-304800" algn="l" rtl="0" eaLnBrk="1" fontAlgn="base" hangingPunct="1">
        <a:spcBef>
          <a:spcPts val="800"/>
        </a:spcBef>
        <a:spcAft>
          <a:spcPct val="0"/>
        </a:spcAft>
        <a:buFont typeface="Courier New" panose="02070309020205020404" pitchFamily="49" charset="0"/>
        <a:buChar char="o"/>
        <a:defRPr lang="en-US" sz="2100" kern="1200">
          <a:solidFill>
            <a:srgbClr val="595959"/>
          </a:solidFill>
          <a:latin typeface="Arial" panose="020B0604020202020204" pitchFamily="34" charset="0"/>
          <a:ea typeface="MS PGothic" panose="020B0600070205080204" pitchFamily="34" charset="-128"/>
          <a:cs typeface="Arial" panose="020B0604020202020204" pitchFamily="34" charset="0"/>
        </a:defRPr>
      </a:lvl4pPr>
      <a:lvl5pPr marL="1524000" indent="-304800" algn="l" rtl="0" eaLnBrk="1" fontAlgn="base" hangingPunct="1">
        <a:spcBef>
          <a:spcPts val="800"/>
        </a:spcBef>
        <a:spcAft>
          <a:spcPct val="0"/>
        </a:spcAft>
        <a:buFont typeface="Arial" panose="020B0604020202020204" pitchFamily="34" charset="0"/>
        <a:buChar char="»"/>
        <a:defRPr lang="en-US" sz="2100" kern="1200">
          <a:solidFill>
            <a:srgbClr val="595959"/>
          </a:solidFill>
          <a:latin typeface="Arial" panose="020B0604020202020204" pitchFamily="34" charset="0"/>
          <a:ea typeface="MS PGothic" panose="020B0600070205080204" pitchFamily="34" charset="-128"/>
          <a:cs typeface="Arial" panose="020B0604020202020204" pitchFamily="34" charset="0"/>
        </a:defRPr>
      </a:lvl5pPr>
      <a:lvl6pPr marL="33528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13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09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6565" algn="l" defTabSz="1218565" rtl="0" eaLnBrk="1" latinLnBrk="0" hangingPunct="1">
        <a:defRPr sz="2400" kern="1200">
          <a:solidFill>
            <a:schemeClr val="tx1"/>
          </a:solidFill>
          <a:latin typeface="+mn-lt"/>
          <a:ea typeface="+mn-ea"/>
          <a:cs typeface="+mn-cs"/>
        </a:defRPr>
      </a:lvl8pPr>
      <a:lvl9pPr marL="4876165" algn="l" defTabSz="1218565"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 id="2147483653" r:id="rId2"/>
  </p:sldLayoutIdLst>
  <mc:AlternateContent xmlns:mc="http://schemas.openxmlformats.org/markup-compatibility/2006">
    <mc:Choice xmlns:p14="http://schemas.microsoft.com/office/powerpoint/2010/main" Requires="p14">
      <p:transition p14:dur="10"/>
    </mc:Choice>
    <mc:Fallback>
      <p:transition/>
    </mc:Fallback>
  </mc:AlternateContent>
  <p:hf hdr="0" ftr="0" dt="0"/>
  <p:txStyles>
    <p:titleStyle>
      <a:lvl1pPr algn="l" rtl="0" eaLnBrk="1" fontAlgn="base" hangingPunct="1">
        <a:spcBef>
          <a:spcPct val="0"/>
        </a:spcBef>
        <a:spcAft>
          <a:spcPct val="0"/>
        </a:spcAft>
        <a:defRPr lang="en-US" sz="3500" b="1" kern="1200" dirty="0">
          <a:solidFill>
            <a:srgbClr val="00B0F0"/>
          </a:solidFill>
          <a:latin typeface="Arial" panose="020B0604020202020204" pitchFamily="34" charset="0"/>
          <a:ea typeface="MS PGothic" panose="020B0600070205080204" pitchFamily="34" charset="-128"/>
          <a:cs typeface="Arial" panose="020B0604020202020204" pitchFamily="34" charset="0"/>
        </a:defRPr>
      </a:lvl1pPr>
      <a:lvl2pPr algn="l" rtl="0" eaLnBrk="1" fontAlgn="base" hangingPunct="1">
        <a:spcBef>
          <a:spcPct val="0"/>
        </a:spcBef>
        <a:spcAft>
          <a:spcPct val="0"/>
        </a:spcAft>
        <a:defRPr sz="3500" b="1">
          <a:solidFill>
            <a:srgbClr val="00B0F0"/>
          </a:solidFill>
          <a:latin typeface="Arial" panose="020B0604020202020204" pitchFamily="34" charset="0"/>
          <a:ea typeface="MS PGothic" panose="020B0600070205080204" pitchFamily="34" charset="-128"/>
          <a:cs typeface="Arial" panose="020B0604020202020204" pitchFamily="34" charset="0"/>
        </a:defRPr>
      </a:lvl2pPr>
      <a:lvl3pPr algn="l" rtl="0" eaLnBrk="1" fontAlgn="base" hangingPunct="1">
        <a:spcBef>
          <a:spcPct val="0"/>
        </a:spcBef>
        <a:spcAft>
          <a:spcPct val="0"/>
        </a:spcAft>
        <a:defRPr sz="3500" b="1">
          <a:solidFill>
            <a:srgbClr val="00B0F0"/>
          </a:solidFill>
          <a:latin typeface="Arial" panose="020B0604020202020204" pitchFamily="34" charset="0"/>
          <a:ea typeface="MS PGothic" panose="020B0600070205080204" pitchFamily="34" charset="-128"/>
          <a:cs typeface="Arial" panose="020B0604020202020204" pitchFamily="34" charset="0"/>
        </a:defRPr>
      </a:lvl3pPr>
      <a:lvl4pPr algn="l" rtl="0" eaLnBrk="1" fontAlgn="base" hangingPunct="1">
        <a:spcBef>
          <a:spcPct val="0"/>
        </a:spcBef>
        <a:spcAft>
          <a:spcPct val="0"/>
        </a:spcAft>
        <a:defRPr sz="3500" b="1">
          <a:solidFill>
            <a:srgbClr val="00B0F0"/>
          </a:solidFill>
          <a:latin typeface="Arial" panose="020B0604020202020204" pitchFamily="34" charset="0"/>
          <a:ea typeface="MS PGothic" panose="020B0600070205080204" pitchFamily="34" charset="-128"/>
          <a:cs typeface="Arial" panose="020B0604020202020204" pitchFamily="34" charset="0"/>
        </a:defRPr>
      </a:lvl4pPr>
      <a:lvl5pPr algn="l" rtl="0" eaLnBrk="1" fontAlgn="base" hangingPunct="1">
        <a:spcBef>
          <a:spcPct val="0"/>
        </a:spcBef>
        <a:spcAft>
          <a:spcPct val="0"/>
        </a:spcAft>
        <a:defRPr sz="3500" b="1">
          <a:solidFill>
            <a:srgbClr val="00B0F0"/>
          </a:solidFill>
          <a:latin typeface="Arial" panose="020B0604020202020204" pitchFamily="34" charset="0"/>
          <a:ea typeface="MS PGothic" panose="020B0600070205080204" pitchFamily="34" charset="-128"/>
          <a:cs typeface="Arial" panose="020B0604020202020204" pitchFamily="34" charset="0"/>
        </a:defRPr>
      </a:lvl5pPr>
      <a:lvl6pPr marL="609600" algn="l" rtl="0" eaLnBrk="1" fontAlgn="base" hangingPunct="1">
        <a:spcBef>
          <a:spcPct val="0"/>
        </a:spcBef>
        <a:spcAft>
          <a:spcPct val="0"/>
        </a:spcAft>
        <a:defRPr sz="5900">
          <a:solidFill>
            <a:srgbClr val="00B0F0"/>
          </a:solidFill>
          <a:latin typeface="Arial" panose="020B0604020202020204" pitchFamily="34" charset="0"/>
          <a:ea typeface="MS PGothic" panose="020B0600070205080204" pitchFamily="34" charset="-128"/>
        </a:defRPr>
      </a:lvl6pPr>
      <a:lvl7pPr marL="1219200" algn="l" rtl="0" eaLnBrk="1" fontAlgn="base" hangingPunct="1">
        <a:spcBef>
          <a:spcPct val="0"/>
        </a:spcBef>
        <a:spcAft>
          <a:spcPct val="0"/>
        </a:spcAft>
        <a:defRPr sz="5900">
          <a:solidFill>
            <a:srgbClr val="00B0F0"/>
          </a:solidFill>
          <a:latin typeface="Arial" panose="020B0604020202020204" pitchFamily="34" charset="0"/>
          <a:ea typeface="MS PGothic" panose="020B0600070205080204" pitchFamily="34" charset="-128"/>
        </a:defRPr>
      </a:lvl7pPr>
      <a:lvl8pPr marL="1828800" algn="l" rtl="0" eaLnBrk="1" fontAlgn="base" hangingPunct="1">
        <a:spcBef>
          <a:spcPct val="0"/>
        </a:spcBef>
        <a:spcAft>
          <a:spcPct val="0"/>
        </a:spcAft>
        <a:defRPr sz="5900">
          <a:solidFill>
            <a:srgbClr val="00B0F0"/>
          </a:solidFill>
          <a:latin typeface="Arial" panose="020B0604020202020204" pitchFamily="34" charset="0"/>
          <a:ea typeface="MS PGothic" panose="020B0600070205080204" pitchFamily="34" charset="-128"/>
        </a:defRPr>
      </a:lvl8pPr>
      <a:lvl9pPr marL="2438400" algn="l" rtl="0" eaLnBrk="1" fontAlgn="base" hangingPunct="1">
        <a:spcBef>
          <a:spcPct val="0"/>
        </a:spcBef>
        <a:spcAft>
          <a:spcPct val="0"/>
        </a:spcAft>
        <a:defRPr sz="5900">
          <a:solidFill>
            <a:srgbClr val="00B0F0"/>
          </a:solidFill>
          <a:latin typeface="Arial" panose="020B0604020202020204" pitchFamily="34" charset="0"/>
          <a:ea typeface="MS PGothic" panose="020B0600070205080204" pitchFamily="34" charset="-128"/>
        </a:defRPr>
      </a:lvl9pPr>
    </p:titleStyle>
    <p:bodyStyle>
      <a:lvl1pPr marL="304800" indent="-304800" algn="l" rtl="0" eaLnBrk="1" fontAlgn="base" hangingPunct="1">
        <a:spcBef>
          <a:spcPts val="800"/>
        </a:spcBef>
        <a:spcAft>
          <a:spcPct val="0"/>
        </a:spcAft>
        <a:buClr>
          <a:srgbClr val="595959"/>
        </a:buClr>
        <a:buFont typeface="Wingdings" panose="05000000000000000000" pitchFamily="2" charset="2"/>
        <a:buChar char="§"/>
        <a:defRPr lang="en-US" sz="2700" kern="1200">
          <a:solidFill>
            <a:srgbClr val="595959"/>
          </a:solidFill>
          <a:latin typeface="Arial" panose="020B0604020202020204" pitchFamily="34" charset="0"/>
          <a:ea typeface="MS PGothic" panose="020B0600070205080204" pitchFamily="34" charset="-128"/>
          <a:cs typeface="Arial" panose="020B0604020202020204" pitchFamily="34" charset="0"/>
        </a:defRPr>
      </a:lvl1pPr>
      <a:lvl2pPr marL="609600" indent="-304800" algn="l" rtl="0" eaLnBrk="1" fontAlgn="base" hangingPunct="1">
        <a:spcBef>
          <a:spcPts val="800"/>
        </a:spcBef>
        <a:spcAft>
          <a:spcPct val="0"/>
        </a:spcAft>
        <a:buFont typeface="Arial" panose="020B0604020202020204" pitchFamily="34" charset="0"/>
        <a:buChar char="–"/>
        <a:defRPr lang="en-US" kern="1200">
          <a:solidFill>
            <a:srgbClr val="595959"/>
          </a:solidFill>
          <a:latin typeface="Arial" panose="020B0604020202020204" pitchFamily="34" charset="0"/>
          <a:ea typeface="MS PGothic" panose="020B0600070205080204" pitchFamily="34" charset="-128"/>
          <a:cs typeface="Arial" panose="020B0604020202020204" pitchFamily="34" charset="0"/>
        </a:defRPr>
      </a:lvl2pPr>
      <a:lvl3pPr marL="914400" indent="-304800" algn="l" rtl="0" eaLnBrk="1" fontAlgn="base" hangingPunct="1">
        <a:spcBef>
          <a:spcPts val="800"/>
        </a:spcBef>
        <a:spcAft>
          <a:spcPct val="0"/>
        </a:spcAft>
        <a:buSzPct val="125000"/>
        <a:buFont typeface="Arial" panose="020B0604020202020204" pitchFamily="34" charset="0"/>
        <a:buChar char="•"/>
        <a:defRPr lang="en-US" sz="2100" kern="1200">
          <a:solidFill>
            <a:srgbClr val="595959"/>
          </a:solidFill>
          <a:latin typeface="Arial" panose="020B0604020202020204" pitchFamily="34" charset="0"/>
          <a:ea typeface="MS PGothic" panose="020B0600070205080204" pitchFamily="34" charset="-128"/>
          <a:cs typeface="Arial" panose="020B0604020202020204" pitchFamily="34" charset="0"/>
        </a:defRPr>
      </a:lvl3pPr>
      <a:lvl4pPr marL="1219200" indent="-304800" algn="l" rtl="0" eaLnBrk="1" fontAlgn="base" hangingPunct="1">
        <a:spcBef>
          <a:spcPts val="800"/>
        </a:spcBef>
        <a:spcAft>
          <a:spcPct val="0"/>
        </a:spcAft>
        <a:buFont typeface="Courier New" panose="02070309020205020404" pitchFamily="49" charset="0"/>
        <a:buChar char="o"/>
        <a:defRPr lang="en-US" sz="2100" kern="1200">
          <a:solidFill>
            <a:srgbClr val="595959"/>
          </a:solidFill>
          <a:latin typeface="Arial" panose="020B0604020202020204" pitchFamily="34" charset="0"/>
          <a:ea typeface="MS PGothic" panose="020B0600070205080204" pitchFamily="34" charset="-128"/>
          <a:cs typeface="Arial" panose="020B0604020202020204" pitchFamily="34" charset="0"/>
        </a:defRPr>
      </a:lvl4pPr>
      <a:lvl5pPr marL="1524000" indent="-304800" algn="l" rtl="0" eaLnBrk="1" fontAlgn="base" hangingPunct="1">
        <a:spcBef>
          <a:spcPts val="800"/>
        </a:spcBef>
        <a:spcAft>
          <a:spcPct val="0"/>
        </a:spcAft>
        <a:buFont typeface="Arial" panose="020B0604020202020204" pitchFamily="34" charset="0"/>
        <a:buChar char="»"/>
        <a:defRPr lang="en-US" sz="2100" kern="1200">
          <a:solidFill>
            <a:srgbClr val="595959"/>
          </a:solidFill>
          <a:latin typeface="Arial" panose="020B0604020202020204" pitchFamily="34" charset="0"/>
          <a:ea typeface="MS PGothic" panose="020B0600070205080204" pitchFamily="34" charset="-128"/>
          <a:cs typeface="Arial" panose="020B0604020202020204" pitchFamily="34" charset="0"/>
        </a:defRPr>
      </a:lvl5pPr>
      <a:lvl6pPr marL="33528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13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09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6565" algn="l" defTabSz="1218565" rtl="0" eaLnBrk="1" latinLnBrk="0" hangingPunct="1">
        <a:defRPr sz="2400" kern="1200">
          <a:solidFill>
            <a:schemeClr val="tx1"/>
          </a:solidFill>
          <a:latin typeface="+mn-lt"/>
          <a:ea typeface="+mn-ea"/>
          <a:cs typeface="+mn-cs"/>
        </a:defRPr>
      </a:lvl8pPr>
      <a:lvl9pPr marL="4876165" algn="l" defTabSz="1218565"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3A2CB9-B5A8-4900-A386-203D8D5C0F2B}"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ctrTitle"/>
          </p:nvPr>
        </p:nvSpPr>
        <p:spPr>
          <a:xfrm>
            <a:off x="1154955" y="2099733"/>
            <a:ext cx="8825658" cy="2677648"/>
          </a:xfrm>
        </p:spPr>
        <p:txBody>
          <a:bodyPr/>
          <a:lstStyle/>
          <a:p>
            <a:r>
              <a:rPr lang="en-IN" dirty="0">
                <a:solidFill>
                  <a:schemeClr val="bg1"/>
                </a:solidFill>
              </a:rPr>
              <a:t>FUP </a:t>
            </a:r>
            <a:r>
              <a:rPr lang="en-IN" sz="1800" dirty="0">
                <a:solidFill>
                  <a:schemeClr val="bg1"/>
                </a:solidFill>
              </a:rPr>
              <a:t>(</a:t>
            </a:r>
            <a:r>
              <a:rPr lang="en-US" altLang="en-US" sz="1800" dirty="0">
                <a:solidFill>
                  <a:schemeClr val="bg1"/>
                </a:solidFill>
              </a:rPr>
              <a:t>File Utility Program)</a:t>
            </a:r>
            <a:endParaRPr lang="en-IN" sz="1800" dirty="0">
              <a:solidFill>
                <a:schemeClr val="bg1"/>
              </a:solidFill>
            </a:endParaRPr>
          </a:p>
        </p:txBody>
      </p:sp>
      <p:sp>
        <p:nvSpPr>
          <p:cNvPr id="7" name="Subtitle 2"/>
          <p:cNvSpPr txBox="1"/>
          <p:nvPr/>
        </p:nvSpPr>
        <p:spPr>
          <a:xfrm>
            <a:off x="1154955" y="4777380"/>
            <a:ext cx="8825658" cy="8614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solidFill>
                  <a:schemeClr val="bg1"/>
                </a:solidFill>
              </a:rPr>
              <a:t>Version 1.0</a:t>
            </a:r>
            <a:endParaRPr lang="en-IN"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IN" b="1" dirty="0">
                <a:solidFill>
                  <a:srgbClr val="1F6AAD"/>
                </a:solidFill>
                <a:ea typeface="Myriad Pro" pitchFamily="34" charset="0"/>
                <a:cs typeface="Arial" panose="020B0604020202020204" pitchFamily="34" charset="0"/>
              </a:rPr>
              <a:t>Restriction on disclosure</a:t>
            </a:r>
            <a:endParaRPr lang="en-US" dirty="0"/>
          </a:p>
        </p:txBody>
      </p:sp>
      <p:sp>
        <p:nvSpPr>
          <p:cNvPr id="3" name="Slide Number Placeholder 2"/>
          <p:cNvSpPr>
            <a:spLocks noGrp="1"/>
          </p:cNvSpPr>
          <p:nvPr>
            <p:ph type="sldNum" sz="quarter" idx="12"/>
          </p:nvPr>
        </p:nvSpPr>
        <p:spPr>
          <a:xfrm>
            <a:off x="5727700" y="6302321"/>
            <a:ext cx="457200" cy="365125"/>
          </a:xfrm>
        </p:spPr>
        <p:txBody>
          <a:bodyPr/>
          <a:lstStyle/>
          <a:p>
            <a:pPr algn="ctr"/>
            <a:fld id="{D53A2CB9-B5A8-4900-A386-203D8D5C0F2B}" type="slidenum">
              <a:rPr lang="en-US" smtClean="0"/>
            </a:fld>
            <a:endParaRPr lang="en-US" dirty="0"/>
          </a:p>
        </p:txBody>
      </p:sp>
      <p:sp>
        <p:nvSpPr>
          <p:cNvPr id="4" name="Rectangle 3"/>
          <p:cNvSpPr/>
          <p:nvPr/>
        </p:nvSpPr>
        <p:spPr>
          <a:xfrm>
            <a:off x="577755" y="1154037"/>
            <a:ext cx="9767248" cy="1526444"/>
          </a:xfrm>
          <a:prstGeom prst="rect">
            <a:avLst/>
          </a:prstGeom>
        </p:spPr>
        <p:txBody>
          <a:bodyPr wrap="square">
            <a:spAutoFit/>
          </a:bodyPr>
          <a:lstStyle/>
          <a:p>
            <a:pPr lvl="0" algn="just" defTabSz="914400" eaLnBrk="0" fontAlgn="base" hangingPunct="0">
              <a:lnSpc>
                <a:spcPct val="150000"/>
              </a:lnSpc>
              <a:spcBef>
                <a:spcPct val="0"/>
              </a:spcBef>
              <a:spcAft>
                <a:spcPct val="0"/>
              </a:spcAft>
            </a:pPr>
            <a:r>
              <a:rPr lang="en-US" sz="1600" dirty="0">
                <a:solidFill>
                  <a:srgbClr val="7030A0"/>
                </a:solidFill>
                <a:latin typeface="Raleway" panose="020B0503030101060003" pitchFamily="34" charset="0"/>
                <a:ea typeface="Calibri" panose="020F0502020204030204" pitchFamily="34" charset="0"/>
                <a:cs typeface="Andalus" panose="02020603050405020304" pitchFamily="18" charset="-78"/>
              </a:rPr>
              <a:t>The information (data) contained in this document constitutes confidential information of Concerto Software and Systems Private Limited. In consideration of receipt of this document, the recipient agrees to maintain such information in confidence. This document shall not be disclosed, used or duplicated, in whole or in part, for any purpose.</a:t>
            </a:r>
            <a:endParaRPr lang="en-US" sz="2800" dirty="0">
              <a:solidFill>
                <a:srgbClr val="7030A0"/>
              </a:solidFill>
              <a:latin typeface="Raleway" panose="020B0503030101060003" pitchFamily="34" charset="0"/>
              <a:cs typeface="Andalus" panose="02020603050405020304" pitchFamily="18" charset="-7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dirty="0">
                <a:solidFill>
                  <a:srgbClr val="1F6AAD"/>
                </a:solidFill>
                <a:cs typeface="Arial" panose="020B0604020202020204" pitchFamily="34" charset="0"/>
              </a:rPr>
              <a:t>Overview </a:t>
            </a:r>
            <a:endParaRPr lang="en-US" b="1" dirty="0">
              <a:solidFill>
                <a:srgbClr val="1F6AAD"/>
              </a:solidFill>
              <a:cs typeface="Arial" panose="020B0604020202020204" pitchFamily="34" charset="0"/>
            </a:endParaRPr>
          </a:p>
        </p:txBody>
      </p:sp>
      <p:sp>
        <p:nvSpPr>
          <p:cNvPr id="3" name="Slide Number Placeholder 2"/>
          <p:cNvSpPr>
            <a:spLocks noGrp="1"/>
          </p:cNvSpPr>
          <p:nvPr>
            <p:ph type="sldNum" sz="quarter" idx="12"/>
          </p:nvPr>
        </p:nvSpPr>
        <p:spPr/>
        <p:txBody>
          <a:bodyPr vert="horz" lIns="91440" tIns="45720" rIns="91440" bIns="45720" rtlCol="0" anchor="ctr"/>
          <a:lstStyle/>
          <a:p>
            <a:pPr algn="ctr"/>
            <a:fld id="{D53A2CB9-B5A8-4900-A386-203D8D5C0F2B}" type="slidenum">
              <a:rPr lang="en-US"/>
            </a:fld>
            <a:endParaRPr lang="en-US" dirty="0"/>
          </a:p>
        </p:txBody>
      </p:sp>
      <p:sp>
        <p:nvSpPr>
          <p:cNvPr id="6" name="Content Placeholder 2"/>
          <p:cNvSpPr txBox="1"/>
          <p:nvPr/>
        </p:nvSpPr>
        <p:spPr>
          <a:xfrm>
            <a:off x="683490" y="1485922"/>
            <a:ext cx="10695709" cy="37049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1600" dirty="0">
                <a:latin typeface="Raleway" panose="020B0003030101060003"/>
              </a:rPr>
              <a:t>Manage disk files, non-disk devices and processes</a:t>
            </a:r>
            <a:endParaRPr lang="en-US" altLang="en-US" sz="1600" dirty="0">
              <a:latin typeface="Raleway" panose="020B0003030101060003"/>
            </a:endParaRP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Create files</a:t>
            </a:r>
            <a:endParaRPr lang="en-US" altLang="en-US" sz="1600" dirty="0">
              <a:latin typeface="Raleway" panose="020B0003030101060003"/>
            </a:endParaRP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Modify file attributes</a:t>
            </a:r>
            <a:endParaRPr lang="en-US" altLang="en-US" sz="1600" dirty="0">
              <a:latin typeface="Raleway" panose="020B0003030101060003"/>
            </a:endParaRP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Copy file data</a:t>
            </a:r>
            <a:endParaRPr lang="en-US" altLang="en-US" sz="1600" dirty="0">
              <a:latin typeface="Raleway" panose="020B0003030101060003"/>
            </a:endParaRP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Command line help</a:t>
            </a:r>
            <a:endParaRPr lang="en-US" altLang="en-US" sz="1600" dirty="0">
              <a:latin typeface="Raleway" panose="020B0003030101060003"/>
            </a:endParaRPr>
          </a:p>
          <a:p>
            <a:pPr marL="457200" lvl="1" indent="0">
              <a:lnSpc>
                <a:spcPct val="100000"/>
              </a:lnSpc>
              <a:spcBef>
                <a:spcPts val="525"/>
              </a:spcBef>
              <a:buClr>
                <a:srgbClr val="FFFFFF"/>
              </a:buClr>
              <a:buSzPct val="90000"/>
              <a:buNone/>
            </a:pPr>
            <a:endParaRPr lang="en-AU"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187325"/>
            <a:ext cx="10515600" cy="777875"/>
          </a:xfrm>
        </p:spPr>
        <p:txBody>
          <a:bodyPr/>
          <a:lstStyle/>
          <a:p>
            <a:r>
              <a:rPr lang="en-US" altLang="en-US" b="1" dirty="0">
                <a:solidFill>
                  <a:srgbClr val="1F6AAD"/>
                </a:solidFill>
                <a:cs typeface="Arial" panose="020B0604020202020204" pitchFamily="34" charset="0"/>
              </a:rPr>
              <a:t>File Creation</a:t>
            </a:r>
            <a:r>
              <a:rPr lang="en-US" altLang="zh-CN" b="1" dirty="0">
                <a:solidFill>
                  <a:srgbClr val="1F6AAD"/>
                </a:solidFill>
                <a:cs typeface="Arial" panose="020B0604020202020204" pitchFamily="34" charset="0"/>
              </a:rPr>
              <a:t> </a:t>
            </a:r>
            <a:endParaRPr lang="en-US" b="1" dirty="0">
              <a:solidFill>
                <a:srgbClr val="1F6AAD"/>
              </a:solidFill>
              <a:cs typeface="Arial" panose="020B0604020202020204" pitchFamily="34" charset="0"/>
            </a:endParaRPr>
          </a:p>
        </p:txBody>
      </p:sp>
      <p:sp>
        <p:nvSpPr>
          <p:cNvPr id="25" name="Line 80"/>
          <p:cNvSpPr>
            <a:spLocks noChangeShapeType="1"/>
          </p:cNvSpPr>
          <p:nvPr/>
        </p:nvSpPr>
        <p:spPr bwMode="auto">
          <a:xfrm>
            <a:off x="1692965" y="4429953"/>
            <a:ext cx="1588" cy="1600200"/>
          </a:xfrm>
          <a:prstGeom prst="line">
            <a:avLst/>
          </a:prstGeom>
          <a:noFill/>
          <a:ln w="11880" cap="flat">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6" name="Line 81"/>
          <p:cNvSpPr>
            <a:spLocks noChangeShapeType="1"/>
          </p:cNvSpPr>
          <p:nvPr/>
        </p:nvSpPr>
        <p:spPr bwMode="auto">
          <a:xfrm>
            <a:off x="4436165" y="4429953"/>
            <a:ext cx="1588" cy="1600200"/>
          </a:xfrm>
          <a:prstGeom prst="line">
            <a:avLst/>
          </a:prstGeom>
          <a:noFill/>
          <a:ln w="11880" cap="flat">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7" name="Line 82"/>
          <p:cNvSpPr>
            <a:spLocks noChangeShapeType="1"/>
          </p:cNvSpPr>
          <p:nvPr/>
        </p:nvSpPr>
        <p:spPr bwMode="auto">
          <a:xfrm>
            <a:off x="4969565" y="4429953"/>
            <a:ext cx="1588" cy="1600200"/>
          </a:xfrm>
          <a:prstGeom prst="line">
            <a:avLst/>
          </a:prstGeom>
          <a:noFill/>
          <a:ln w="11880" cap="flat">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8" name="Line 83"/>
          <p:cNvSpPr>
            <a:spLocks noChangeShapeType="1"/>
          </p:cNvSpPr>
          <p:nvPr/>
        </p:nvSpPr>
        <p:spPr bwMode="auto">
          <a:xfrm>
            <a:off x="6798365" y="4429953"/>
            <a:ext cx="1588" cy="1600200"/>
          </a:xfrm>
          <a:prstGeom prst="line">
            <a:avLst/>
          </a:prstGeom>
          <a:noFill/>
          <a:ln w="11880" cap="flat">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9" name="Line 84"/>
          <p:cNvSpPr>
            <a:spLocks noChangeShapeType="1"/>
          </p:cNvSpPr>
          <p:nvPr/>
        </p:nvSpPr>
        <p:spPr bwMode="auto">
          <a:xfrm>
            <a:off x="8703365" y="4429953"/>
            <a:ext cx="1588" cy="1600200"/>
          </a:xfrm>
          <a:prstGeom prst="line">
            <a:avLst/>
          </a:prstGeom>
          <a:noFill/>
          <a:ln w="11880" cap="flat">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45" name="Slide Number Placeholder 2"/>
          <p:cNvSpPr>
            <a:spLocks noGrp="1"/>
          </p:cNvSpPr>
          <p:nvPr>
            <p:ph type="sldNum" sz="quarter" idx="12"/>
          </p:nvPr>
        </p:nvSpPr>
        <p:spPr>
          <a:xfrm>
            <a:off x="5727700" y="6302321"/>
            <a:ext cx="457200" cy="365125"/>
          </a:xfrm>
        </p:spPr>
        <p:txBody>
          <a:bodyPr vert="horz" lIns="91440" tIns="45720" rIns="91440" bIns="45720" rtlCol="0" anchor="ctr"/>
          <a:lstStyle/>
          <a:p>
            <a:pPr algn="ctr"/>
            <a:fld id="{D53A2CB9-B5A8-4900-A386-203D8D5C0F2B}" type="slidenum">
              <a:rPr lang="en-US"/>
            </a:fld>
            <a:endParaRPr lang="en-US" dirty="0"/>
          </a:p>
        </p:txBody>
      </p:sp>
      <p:sp>
        <p:nvSpPr>
          <p:cNvPr id="10" name="Rectangle 3"/>
          <p:cNvSpPr txBox="1">
            <a:spLocks noChangeArrowheads="1"/>
          </p:cNvSpPr>
          <p:nvPr/>
        </p:nvSpPr>
        <p:spPr>
          <a:xfrm>
            <a:off x="740465" y="1371600"/>
            <a:ext cx="84582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pPr>
            <a:r>
              <a:rPr lang="en-US" altLang="en-US" sz="1600" dirty="0">
                <a:latin typeface="Raleway" panose="020B0003030101060003"/>
              </a:rPr>
              <a:t>Commands</a:t>
            </a:r>
            <a:endParaRPr lang="en-US" altLang="en-US" sz="1600" dirty="0">
              <a:latin typeface="Raleway" panose="020B0003030101060003"/>
            </a:endParaRPr>
          </a:p>
          <a:p>
            <a:pPr lvl="1">
              <a:lnSpc>
                <a:spcPct val="70000"/>
              </a:lnSpc>
            </a:pPr>
            <a:r>
              <a:rPr lang="en-US" altLang="en-US" sz="1600" dirty="0">
                <a:latin typeface="Raleway" panose="020B0003030101060003"/>
              </a:rPr>
              <a:t>SET file attributes</a:t>
            </a:r>
            <a:endParaRPr lang="en-US" altLang="en-US" sz="1600" dirty="0">
              <a:latin typeface="Raleway" panose="020B0003030101060003"/>
            </a:endParaRPr>
          </a:p>
          <a:p>
            <a:pPr lvl="2">
              <a:lnSpc>
                <a:spcPct val="70000"/>
              </a:lnSpc>
            </a:pPr>
            <a:r>
              <a:rPr lang="en-US" altLang="en-US" sz="1600" dirty="0">
                <a:latin typeface="Raleway" panose="020B0003030101060003"/>
              </a:rPr>
              <a:t>TYPE                (File Type)</a:t>
            </a:r>
            <a:endParaRPr lang="en-US" altLang="en-US" sz="1600" dirty="0">
              <a:latin typeface="Raleway" panose="020B0003030101060003"/>
            </a:endParaRPr>
          </a:p>
          <a:p>
            <a:pPr lvl="2">
              <a:lnSpc>
                <a:spcPct val="70000"/>
              </a:lnSpc>
            </a:pPr>
            <a:r>
              <a:rPr lang="en-US" altLang="en-US" sz="1600" dirty="0">
                <a:latin typeface="Raleway" panose="020B0003030101060003"/>
              </a:rPr>
              <a:t>REC                  (Record Length)</a:t>
            </a:r>
            <a:endParaRPr lang="en-US" altLang="en-US" sz="1600" dirty="0">
              <a:latin typeface="Raleway" panose="020B0003030101060003"/>
            </a:endParaRPr>
          </a:p>
          <a:p>
            <a:pPr lvl="2">
              <a:lnSpc>
                <a:spcPct val="70000"/>
              </a:lnSpc>
            </a:pPr>
            <a:r>
              <a:rPr lang="en-US" altLang="en-US" sz="1600" dirty="0">
                <a:latin typeface="Raleway" panose="020B0003030101060003"/>
              </a:rPr>
              <a:t>KEYLEN           (Key length)</a:t>
            </a:r>
            <a:endParaRPr lang="en-US" altLang="en-US" sz="1600" dirty="0">
              <a:latin typeface="Raleway" panose="020B0003030101060003"/>
            </a:endParaRPr>
          </a:p>
          <a:p>
            <a:pPr lvl="2">
              <a:lnSpc>
                <a:spcPct val="70000"/>
              </a:lnSpc>
            </a:pPr>
            <a:r>
              <a:rPr lang="en-US" altLang="en-US" sz="1600" dirty="0">
                <a:latin typeface="Raleway" panose="020B0003030101060003"/>
              </a:rPr>
              <a:t>KEYOFF           (Key Offset)</a:t>
            </a:r>
            <a:endParaRPr lang="en-US" altLang="en-US" sz="1600" dirty="0">
              <a:latin typeface="Raleway" panose="020B0003030101060003"/>
            </a:endParaRPr>
          </a:p>
          <a:p>
            <a:pPr lvl="2">
              <a:lnSpc>
                <a:spcPct val="70000"/>
              </a:lnSpc>
            </a:pPr>
            <a:r>
              <a:rPr lang="en-US" altLang="en-US" sz="1600" dirty="0">
                <a:latin typeface="Raleway" panose="020B0003030101060003"/>
              </a:rPr>
              <a:t>ALTKEY            (Alternate Key specification)</a:t>
            </a:r>
            <a:endParaRPr lang="en-US" altLang="en-US" sz="1600" dirty="0">
              <a:latin typeface="Raleway" panose="020B0003030101060003"/>
            </a:endParaRPr>
          </a:p>
          <a:p>
            <a:pPr lvl="2">
              <a:lnSpc>
                <a:spcPct val="70000"/>
              </a:lnSpc>
            </a:pPr>
            <a:r>
              <a:rPr lang="en-US" altLang="en-US" sz="1600" dirty="0">
                <a:latin typeface="Raleway" panose="020B0003030101060003"/>
              </a:rPr>
              <a:t>ALTFILE            (Alternate key file)</a:t>
            </a:r>
            <a:endParaRPr lang="en-US" altLang="en-US" sz="1600" dirty="0">
              <a:latin typeface="Raleway" panose="020B0003030101060003"/>
            </a:endParaRPr>
          </a:p>
          <a:p>
            <a:pPr lvl="2">
              <a:lnSpc>
                <a:spcPct val="70000"/>
              </a:lnSpc>
            </a:pPr>
            <a:r>
              <a:rPr lang="en-US" altLang="en-US" sz="1600" dirty="0">
                <a:latin typeface="Raleway" panose="020B0003030101060003"/>
              </a:rPr>
              <a:t>AUDIT               (Auditing on file)</a:t>
            </a:r>
            <a:endParaRPr lang="en-US" altLang="en-US" sz="1600" dirty="0">
              <a:latin typeface="Raleway" panose="020B0003030101060003"/>
            </a:endParaRPr>
          </a:p>
          <a:p>
            <a:pPr lvl="2">
              <a:lnSpc>
                <a:spcPct val="70000"/>
              </a:lnSpc>
            </a:pPr>
            <a:r>
              <a:rPr lang="en-US" altLang="en-US" sz="1600" dirty="0">
                <a:latin typeface="Raleway" panose="020B0003030101060003"/>
              </a:rPr>
              <a:t>EXT                   (Set the extents)</a:t>
            </a:r>
            <a:endParaRPr lang="en-US" altLang="en-US" sz="1600" dirty="0">
              <a:latin typeface="Raleway" panose="020B0003030101060003"/>
            </a:endParaRPr>
          </a:p>
          <a:p>
            <a:pPr lvl="2">
              <a:lnSpc>
                <a:spcPct val="70000"/>
              </a:lnSpc>
            </a:pPr>
            <a:r>
              <a:rPr lang="en-US" altLang="en-US" sz="1600" dirty="0">
                <a:latin typeface="Raleway" panose="020B0003030101060003"/>
              </a:rPr>
              <a:t>MAXEXTENTS (Maximum number of extents)</a:t>
            </a:r>
            <a:endParaRPr lang="en-US" altLang="en-US" sz="1600" dirty="0">
              <a:latin typeface="Raleway" panose="020B0003030101060003"/>
            </a:endParaRPr>
          </a:p>
          <a:p>
            <a:pPr lvl="2">
              <a:lnSpc>
                <a:spcPct val="70000"/>
              </a:lnSpc>
            </a:pPr>
            <a:r>
              <a:rPr lang="en-US" altLang="en-US" sz="1600" dirty="0">
                <a:latin typeface="Raleway" panose="020B0003030101060003"/>
              </a:rPr>
              <a:t>PART                (Partitioning information)</a:t>
            </a:r>
            <a:endParaRPr lang="en-US" altLang="en-US" sz="1600" dirty="0">
              <a:latin typeface="Raleway" panose="020B0003030101060003"/>
            </a:endParaRPr>
          </a:p>
          <a:p>
            <a:pPr lvl="1">
              <a:lnSpc>
                <a:spcPct val="70000"/>
              </a:lnSpc>
            </a:pPr>
            <a:r>
              <a:rPr lang="en-US" altLang="en-US" sz="1600" dirty="0">
                <a:latin typeface="Raleway" panose="020B0003030101060003"/>
              </a:rPr>
              <a:t>CREATE (Create the file)</a:t>
            </a:r>
            <a:endParaRPr lang="en-US" altLang="en-US" sz="1600" dirty="0">
              <a:latin typeface="Raleway" panose="020B0003030101060003"/>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a:solidFill>
                  <a:srgbClr val="1F6AAD"/>
                </a:solidFill>
                <a:cs typeface="Arial" panose="020B0604020202020204" pitchFamily="34" charset="0"/>
              </a:rPr>
              <a:t>Modifying file attributes</a:t>
            </a:r>
            <a:endParaRPr lang="en-US" b="1" dirty="0">
              <a:solidFill>
                <a:srgbClr val="1F6AAD"/>
              </a:solidFill>
              <a:cs typeface="Arial" panose="020B0604020202020204" pitchFamily="34" charset="0"/>
            </a:endParaRPr>
          </a:p>
        </p:txBody>
      </p:sp>
      <p:sp>
        <p:nvSpPr>
          <p:cNvPr id="8" name="Content Placeholder 2"/>
          <p:cNvSpPr txBox="1"/>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6" name="Rectangle 3"/>
          <p:cNvSpPr txBox="1">
            <a:spLocks noChangeArrowheads="1"/>
          </p:cNvSpPr>
          <p:nvPr/>
        </p:nvSpPr>
        <p:spPr>
          <a:xfrm>
            <a:off x="457200" y="1479569"/>
            <a:ext cx="83820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pPr>
            <a:r>
              <a:rPr lang="en-US" altLang="en-US" sz="1600" dirty="0">
                <a:latin typeface="Raleway" panose="020B0003030101060003"/>
              </a:rPr>
              <a:t>Command</a:t>
            </a:r>
            <a:endParaRPr lang="en-US" altLang="en-US" sz="1600" dirty="0">
              <a:latin typeface="Raleway" panose="020B0003030101060003"/>
            </a:endParaRPr>
          </a:p>
          <a:p>
            <a:pPr lvl="1">
              <a:lnSpc>
                <a:spcPct val="70000"/>
              </a:lnSpc>
            </a:pPr>
            <a:r>
              <a:rPr lang="en-US" altLang="en-US" sz="1600" dirty="0">
                <a:latin typeface="Raleway" panose="020B0003030101060003"/>
              </a:rPr>
              <a:t>ALTER </a:t>
            </a:r>
            <a:r>
              <a:rPr lang="en-US" altLang="en-US" sz="1600" i="1" dirty="0">
                <a:latin typeface="Raleway" panose="020B0003030101060003"/>
              </a:rPr>
              <a:t>&lt;filename&gt;, &lt;attribute&gt;</a:t>
            </a:r>
            <a:endParaRPr lang="en-US" altLang="en-US" sz="1600" i="1" dirty="0">
              <a:latin typeface="Raleway" panose="020B0003030101060003"/>
            </a:endParaRP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Can change the maximum number of extents</a:t>
            </a:r>
            <a:endParaRPr lang="en-US" altLang="en-US" sz="1600" dirty="0">
              <a:latin typeface="Raleway" panose="020B0003030101060003"/>
            </a:endParaRP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Can change the auditing information</a:t>
            </a:r>
            <a:endParaRPr lang="en-US" altLang="en-US" sz="1600" dirty="0">
              <a:latin typeface="Raleway" panose="020B0003030101060003"/>
            </a:endParaRP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Modification takes place immediately</a:t>
            </a:r>
            <a:endParaRPr lang="en-US" altLang="en-US" sz="1600" dirty="0">
              <a:latin typeface="Raleway" panose="020B0003030101060003"/>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a:solidFill>
                  <a:srgbClr val="1F6AAD"/>
                </a:solidFill>
                <a:cs typeface="Arial" panose="020B0604020202020204" pitchFamily="34" charset="0"/>
              </a:rPr>
              <a:t>Copy File</a:t>
            </a:r>
            <a:r>
              <a:rPr lang="en-US" altLang="zh-CN" b="1" dirty="0">
                <a:solidFill>
                  <a:srgbClr val="1F6AAD"/>
                </a:solidFill>
                <a:cs typeface="Arial" panose="020B0604020202020204" pitchFamily="34" charset="0"/>
              </a:rPr>
              <a:t> </a:t>
            </a:r>
            <a:endParaRPr lang="en-US" b="1" dirty="0">
              <a:solidFill>
                <a:srgbClr val="1F6AAD"/>
              </a:solidFill>
              <a:cs typeface="Arial" panose="020B0604020202020204" pitchFamily="34" charset="0"/>
            </a:endParaRPr>
          </a:p>
        </p:txBody>
      </p:sp>
      <p:sp>
        <p:nvSpPr>
          <p:cNvPr id="8" name="Content Placeholder 2"/>
          <p:cNvSpPr txBox="1"/>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p:cNvSpPr txBox="1">
            <a:spLocks noChangeArrowheads="1"/>
          </p:cNvSpPr>
          <p:nvPr/>
        </p:nvSpPr>
        <p:spPr bwMode="auto">
          <a:xfrm>
            <a:off x="-142160" y="628072"/>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830"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830"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9" name="Rectangle 3"/>
          <p:cNvSpPr txBox="1">
            <a:spLocks noChangeArrowheads="1"/>
          </p:cNvSpPr>
          <p:nvPr/>
        </p:nvSpPr>
        <p:spPr>
          <a:xfrm>
            <a:off x="457200" y="1405947"/>
            <a:ext cx="83820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pPr>
            <a:r>
              <a:rPr lang="en-US" altLang="en-US" sz="1600" dirty="0">
                <a:latin typeface="Raleway" panose="020B0003030101060003"/>
              </a:rPr>
              <a:t>Command</a:t>
            </a:r>
            <a:endParaRPr lang="en-US" altLang="en-US" sz="1600" dirty="0">
              <a:latin typeface="Raleway" panose="020B0003030101060003"/>
            </a:endParaRPr>
          </a:p>
          <a:p>
            <a:pPr>
              <a:lnSpc>
                <a:spcPct val="70000"/>
              </a:lnSpc>
            </a:pPr>
            <a:endParaRPr lang="en-US" altLang="en-US" sz="1600" dirty="0">
              <a:latin typeface="Raleway" panose="020B0003030101060003"/>
            </a:endParaRPr>
          </a:p>
          <a:p>
            <a:pPr marL="457200" lvl="1" indent="0">
              <a:lnSpc>
                <a:spcPct val="70000"/>
              </a:lnSpc>
              <a:buNone/>
            </a:pPr>
            <a:r>
              <a:rPr lang="en-US" altLang="en-US" sz="1600" dirty="0">
                <a:latin typeface="Raleway" panose="020B0003030101060003"/>
              </a:rPr>
              <a:t>- COPY </a:t>
            </a:r>
            <a:r>
              <a:rPr lang="en-US" altLang="en-US" sz="1600" i="1" dirty="0">
                <a:latin typeface="Raleway" panose="020B0003030101060003"/>
              </a:rPr>
              <a:t>&lt;source-file&gt;</a:t>
            </a:r>
            <a:r>
              <a:rPr lang="en-US" altLang="en-US" sz="1600" dirty="0">
                <a:latin typeface="Raleway" panose="020B0003030101060003"/>
              </a:rPr>
              <a:t>, </a:t>
            </a:r>
            <a:r>
              <a:rPr lang="en-US" altLang="en-US" sz="1600" i="1" dirty="0">
                <a:latin typeface="Raleway" panose="020B0003030101060003"/>
              </a:rPr>
              <a:t>&lt;destination-file&gt;</a:t>
            </a:r>
            <a:r>
              <a:rPr lang="en-US" altLang="en-US" sz="1600" dirty="0">
                <a:latin typeface="Raleway" panose="020B0003030101060003"/>
              </a:rPr>
              <a:t>, </a:t>
            </a:r>
            <a:r>
              <a:rPr lang="en-US" altLang="en-US" sz="1600" i="1" dirty="0">
                <a:latin typeface="Raleway" panose="020B0003030101060003"/>
              </a:rPr>
              <a:t>&lt;options&gt;</a:t>
            </a:r>
            <a:endParaRPr lang="en-US" altLang="en-US" sz="1600" i="1" dirty="0">
              <a:latin typeface="Raleway" panose="020B0003030101060003"/>
            </a:endParaRP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Copies data from one file to another</a:t>
            </a:r>
            <a:endParaRPr lang="en-US" altLang="en-US" sz="1600" dirty="0">
              <a:latin typeface="Raleway" panose="020B0003030101060003"/>
            </a:endParaRP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Copies even from open files</a:t>
            </a:r>
            <a:endParaRPr lang="en-US" altLang="en-US" sz="1600" dirty="0">
              <a:latin typeface="Raleway" panose="020B0003030101060003"/>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a:solidFill>
                  <a:srgbClr val="1F6AAD"/>
                </a:solidFill>
                <a:cs typeface="Arial" panose="020B0604020202020204" pitchFamily="34" charset="0"/>
              </a:rPr>
              <a:t>Duplicate File</a:t>
            </a:r>
            <a:endParaRPr lang="en-US" b="1" dirty="0">
              <a:solidFill>
                <a:srgbClr val="1F6AAD"/>
              </a:solidFill>
              <a:cs typeface="Arial" panose="020B0604020202020204" pitchFamily="34" charset="0"/>
            </a:endParaRPr>
          </a:p>
        </p:txBody>
      </p:sp>
      <p:sp>
        <p:nvSpPr>
          <p:cNvPr id="8" name="Content Placeholder 2"/>
          <p:cNvSpPr txBox="1"/>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p:cNvSpPr txBox="1">
            <a:spLocks noChangeArrowheads="1"/>
          </p:cNvSpPr>
          <p:nvPr/>
        </p:nvSpPr>
        <p:spPr bwMode="auto">
          <a:xfrm>
            <a:off x="-142160" y="628072"/>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830"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830"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9" name="Rectangle 3"/>
          <p:cNvSpPr txBox="1">
            <a:spLocks noChangeArrowheads="1"/>
          </p:cNvSpPr>
          <p:nvPr/>
        </p:nvSpPr>
        <p:spPr>
          <a:xfrm>
            <a:off x="457200" y="1569067"/>
            <a:ext cx="85344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pPr>
            <a:r>
              <a:rPr lang="en-US" altLang="en-US" sz="1600" dirty="0">
                <a:latin typeface="Raleway" panose="020B0003030101060003"/>
              </a:rPr>
              <a:t>Command</a:t>
            </a:r>
            <a:endParaRPr lang="en-US" altLang="en-US" sz="1600" dirty="0">
              <a:latin typeface="Raleway" panose="020B0003030101060003"/>
            </a:endParaRPr>
          </a:p>
          <a:p>
            <a:pPr>
              <a:lnSpc>
                <a:spcPct val="70000"/>
              </a:lnSpc>
            </a:pPr>
            <a:endParaRPr lang="en-US" altLang="en-US" sz="1600" dirty="0">
              <a:latin typeface="Raleway" panose="020B0003030101060003"/>
            </a:endParaRPr>
          </a:p>
          <a:p>
            <a:pPr marL="457200" lvl="1" indent="0">
              <a:lnSpc>
                <a:spcPct val="70000"/>
              </a:lnSpc>
              <a:buNone/>
            </a:pPr>
            <a:r>
              <a:rPr lang="en-US" altLang="en-US" sz="1600" dirty="0">
                <a:latin typeface="Raleway" panose="020B0003030101060003"/>
              </a:rPr>
              <a:t>- DUP </a:t>
            </a:r>
            <a:r>
              <a:rPr lang="en-US" altLang="en-US" sz="1600" i="1" dirty="0">
                <a:latin typeface="Raleway" panose="020B0003030101060003"/>
              </a:rPr>
              <a:t>&lt;source-file&gt;</a:t>
            </a:r>
            <a:r>
              <a:rPr lang="en-US" altLang="en-US" sz="1600" dirty="0">
                <a:latin typeface="Raleway" panose="020B0003030101060003"/>
              </a:rPr>
              <a:t>, </a:t>
            </a:r>
            <a:r>
              <a:rPr lang="en-US" altLang="en-US" sz="1600" i="1" dirty="0">
                <a:latin typeface="Raleway" panose="020B0003030101060003"/>
              </a:rPr>
              <a:t>&lt;destination-file&gt;</a:t>
            </a:r>
            <a:r>
              <a:rPr lang="en-US" altLang="en-US" sz="1600" dirty="0">
                <a:latin typeface="Raleway" panose="020B0003030101060003"/>
              </a:rPr>
              <a:t>, </a:t>
            </a:r>
            <a:r>
              <a:rPr lang="en-US" altLang="en-US" sz="1600" i="1" dirty="0">
                <a:latin typeface="Raleway" panose="020B0003030101060003"/>
              </a:rPr>
              <a:t>&lt;options&gt;</a:t>
            </a:r>
            <a:endParaRPr lang="en-US" altLang="en-US" sz="1600" i="1" dirty="0">
              <a:latin typeface="Raleway" panose="020B0003030101060003"/>
            </a:endParaRP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Creates a copy of source file</a:t>
            </a:r>
            <a:endParaRPr lang="en-US" altLang="en-US" sz="1600" dirty="0">
              <a:latin typeface="Raleway" panose="020B0003030101060003"/>
            </a:endParaRP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Source file must not be opened by any process</a:t>
            </a:r>
            <a:endParaRPr lang="en-US" altLang="en-US" sz="1600" dirty="0">
              <a:latin typeface="Raleway" panose="020B0003030101060003"/>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a:solidFill>
                  <a:srgbClr val="1F6AAD"/>
                </a:solidFill>
                <a:cs typeface="Arial" panose="020B0604020202020204" pitchFamily="34" charset="0"/>
              </a:rPr>
              <a:t>Delete Files</a:t>
            </a:r>
            <a:endParaRPr lang="en-US" b="1" dirty="0">
              <a:solidFill>
                <a:srgbClr val="1F6AAD"/>
              </a:solidFill>
              <a:cs typeface="Arial" panose="020B0604020202020204" pitchFamily="34" charset="0"/>
            </a:endParaRPr>
          </a:p>
        </p:txBody>
      </p:sp>
      <p:sp>
        <p:nvSpPr>
          <p:cNvPr id="8" name="Content Placeholder 2"/>
          <p:cNvSpPr txBox="1"/>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p:cNvSpPr txBox="1">
            <a:spLocks noChangeArrowheads="1"/>
          </p:cNvSpPr>
          <p:nvPr/>
        </p:nvSpPr>
        <p:spPr bwMode="auto">
          <a:xfrm>
            <a:off x="205408" y="1171521"/>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830"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830"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10" name="Rectangle 3"/>
          <p:cNvSpPr txBox="1">
            <a:spLocks noChangeArrowheads="1"/>
          </p:cNvSpPr>
          <p:nvPr/>
        </p:nvSpPr>
        <p:spPr>
          <a:xfrm>
            <a:off x="457200" y="1390072"/>
            <a:ext cx="84582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pPr>
            <a:r>
              <a:rPr lang="en-US" altLang="en-US" sz="1600" dirty="0">
                <a:latin typeface="Raleway" panose="020B0003030101060003"/>
              </a:rPr>
              <a:t>Command</a:t>
            </a:r>
            <a:endParaRPr lang="en-US" altLang="en-US" sz="1600" dirty="0">
              <a:latin typeface="Raleway" panose="020B0003030101060003"/>
            </a:endParaRPr>
          </a:p>
          <a:p>
            <a:pPr marL="457200" lvl="1" indent="0">
              <a:lnSpc>
                <a:spcPct val="70000"/>
              </a:lnSpc>
              <a:buNone/>
            </a:pPr>
            <a:r>
              <a:rPr lang="en-US" altLang="en-US" sz="1600" dirty="0">
                <a:latin typeface="Raleway" panose="020B0003030101060003"/>
              </a:rPr>
              <a:t>- PURGE </a:t>
            </a:r>
            <a:r>
              <a:rPr lang="en-US" altLang="en-US" sz="1600" i="1" dirty="0">
                <a:latin typeface="Raleway" panose="020B0003030101060003"/>
              </a:rPr>
              <a:t>&lt;file&gt;</a:t>
            </a:r>
            <a:endParaRPr lang="en-US" altLang="en-US" sz="1600" i="1" dirty="0">
              <a:latin typeface="Raleway" panose="020B0003030101060003"/>
            </a:endParaRP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Deletes the file</a:t>
            </a:r>
            <a:endParaRPr lang="en-US" altLang="en-US" sz="1600" dirty="0">
              <a:latin typeface="Raleway" panose="020B0003030101060003"/>
            </a:endParaRP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File must not be opened by any process</a:t>
            </a:r>
            <a:endParaRPr lang="en-US" altLang="en-US" sz="1600" dirty="0">
              <a:latin typeface="Raleway" panose="020B0003030101060003"/>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a:solidFill>
                  <a:srgbClr val="1F6AAD"/>
                </a:solidFill>
                <a:cs typeface="Arial" panose="020B0604020202020204" pitchFamily="34" charset="0"/>
              </a:rPr>
              <a:t>File Information</a:t>
            </a:r>
            <a:endParaRPr lang="en-US" b="1" dirty="0">
              <a:solidFill>
                <a:srgbClr val="1F6AAD"/>
              </a:solidFill>
              <a:cs typeface="Arial" panose="020B0604020202020204" pitchFamily="34" charset="0"/>
            </a:endParaRPr>
          </a:p>
        </p:txBody>
      </p:sp>
      <p:sp>
        <p:nvSpPr>
          <p:cNvPr id="8" name="Content Placeholder 2"/>
          <p:cNvSpPr txBox="1"/>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p:cNvSpPr txBox="1">
            <a:spLocks noChangeArrowheads="1"/>
          </p:cNvSpPr>
          <p:nvPr/>
        </p:nvSpPr>
        <p:spPr bwMode="auto">
          <a:xfrm>
            <a:off x="-142160" y="628072"/>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830"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830"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9" name="Rectangle 3"/>
          <p:cNvSpPr txBox="1">
            <a:spLocks noChangeArrowheads="1"/>
          </p:cNvSpPr>
          <p:nvPr/>
        </p:nvSpPr>
        <p:spPr>
          <a:xfrm>
            <a:off x="457200" y="1353128"/>
            <a:ext cx="84582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pPr>
            <a:r>
              <a:rPr lang="en-US" altLang="en-US" sz="1600" dirty="0">
                <a:latin typeface="Raleway" panose="020B0003030101060003"/>
              </a:rPr>
              <a:t>INFO *</a:t>
            </a:r>
            <a:endParaRPr lang="en-US" altLang="en-US" sz="1600" dirty="0">
              <a:latin typeface="Raleway" panose="020B0003030101060003"/>
            </a:endParaRPr>
          </a:p>
          <a:p>
            <a:pPr lvl="1">
              <a:lnSpc>
                <a:spcPct val="70000"/>
              </a:lnSpc>
            </a:pPr>
            <a:r>
              <a:rPr lang="en-US" altLang="en-US" sz="1600" dirty="0">
                <a:latin typeface="Raleway" panose="020B0003030101060003"/>
              </a:rPr>
              <a:t>Lists all files in </a:t>
            </a:r>
            <a:r>
              <a:rPr lang="en-US" altLang="en-US" sz="1600" dirty="0" err="1">
                <a:latin typeface="Raleway" panose="020B0003030101060003"/>
              </a:rPr>
              <a:t>subvolume</a:t>
            </a:r>
            <a:endParaRPr lang="en-US" altLang="en-US" sz="1600" dirty="0">
              <a:latin typeface="Raleway" panose="020B0003030101060003"/>
            </a:endParaRP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INFO </a:t>
            </a:r>
            <a:r>
              <a:rPr lang="en-US" altLang="en-US" sz="1600" i="1" dirty="0">
                <a:latin typeface="Raleway" panose="020B0003030101060003"/>
              </a:rPr>
              <a:t>&lt;filename&gt;</a:t>
            </a:r>
            <a:r>
              <a:rPr lang="en-US" altLang="en-US" sz="1600" dirty="0">
                <a:latin typeface="Raleway" panose="020B0003030101060003"/>
              </a:rPr>
              <a:t>, STAT</a:t>
            </a:r>
            <a:endParaRPr lang="en-US" altLang="en-US" sz="1600" dirty="0">
              <a:latin typeface="Raleway" panose="020B0003030101060003"/>
            </a:endParaRPr>
          </a:p>
          <a:p>
            <a:pPr lvl="1">
              <a:lnSpc>
                <a:spcPct val="70000"/>
              </a:lnSpc>
            </a:pPr>
            <a:r>
              <a:rPr lang="en-US" altLang="en-US" sz="1600" dirty="0">
                <a:latin typeface="Raleway" panose="020B0003030101060003"/>
              </a:rPr>
              <a:t>Detail information about file</a:t>
            </a:r>
            <a:endParaRPr lang="en-US" altLang="en-US" sz="1600" dirty="0">
              <a:latin typeface="Raleway" panose="020B0003030101060003"/>
            </a:endParaRPr>
          </a:p>
          <a:p>
            <a:pPr lvl="1">
              <a:lnSpc>
                <a:spcPct val="70000"/>
              </a:lnSpc>
            </a:pPr>
            <a:r>
              <a:rPr lang="en-US" altLang="en-US" sz="1600" dirty="0">
                <a:latin typeface="Raleway" panose="020B0003030101060003"/>
              </a:rPr>
              <a:t>Number of records in file</a:t>
            </a:r>
            <a:endParaRPr lang="en-US" altLang="en-US" sz="1600" dirty="0">
              <a:latin typeface="Raleway" panose="020B0003030101060003"/>
            </a:endParaRP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INFO </a:t>
            </a:r>
            <a:r>
              <a:rPr lang="en-US" altLang="en-US" sz="1600" i="1" dirty="0">
                <a:latin typeface="Raleway" panose="020B0003030101060003"/>
              </a:rPr>
              <a:t>&lt;filename&gt;</a:t>
            </a:r>
            <a:r>
              <a:rPr lang="en-US" altLang="en-US" sz="1600" dirty="0">
                <a:latin typeface="Raleway" panose="020B0003030101060003"/>
              </a:rPr>
              <a:t>, EXTENTS</a:t>
            </a:r>
            <a:endParaRPr lang="en-US" altLang="en-US" sz="1600" dirty="0">
              <a:latin typeface="Raleway" panose="020B0003030101060003"/>
            </a:endParaRPr>
          </a:p>
          <a:p>
            <a:pPr lvl="1">
              <a:lnSpc>
                <a:spcPct val="70000"/>
              </a:lnSpc>
            </a:pPr>
            <a:r>
              <a:rPr lang="en-US" altLang="en-US" sz="1600" dirty="0">
                <a:latin typeface="Raleway" panose="020B0003030101060003"/>
              </a:rPr>
              <a:t>Lists all the extents used</a:t>
            </a:r>
            <a:endParaRPr lang="en-US" altLang="en-US" sz="1600" dirty="0">
              <a:latin typeface="Raleway" panose="020B0003030101060003"/>
            </a:endParaRP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INFO </a:t>
            </a:r>
            <a:r>
              <a:rPr lang="en-US" altLang="en-US" sz="1600" i="1" dirty="0">
                <a:latin typeface="Raleway" panose="020B0003030101060003"/>
              </a:rPr>
              <a:t>&lt;filename&gt;</a:t>
            </a:r>
            <a:r>
              <a:rPr lang="en-US" altLang="en-US" sz="1600" dirty="0">
                <a:latin typeface="Raleway" panose="020B0003030101060003"/>
              </a:rPr>
              <a:t>, DETAIL</a:t>
            </a:r>
            <a:endParaRPr lang="en-US" altLang="en-US" sz="1600" dirty="0">
              <a:latin typeface="Raleway" panose="020B0003030101060003"/>
            </a:endParaRPr>
          </a:p>
          <a:p>
            <a:pPr lvl="1">
              <a:lnSpc>
                <a:spcPct val="70000"/>
              </a:lnSpc>
            </a:pPr>
            <a:r>
              <a:rPr lang="en-US" altLang="en-US" sz="1600" dirty="0">
                <a:latin typeface="Raleway" panose="020B0003030101060003"/>
              </a:rPr>
              <a:t>Displays file information except record information</a:t>
            </a:r>
            <a:endParaRPr lang="en-US" altLang="en-US" sz="1600" dirty="0">
              <a:latin typeface="Raleway" panose="020B0003030101060003"/>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a:solidFill>
                  <a:srgbClr val="1F6AAD"/>
                </a:solidFill>
                <a:cs typeface="Arial" panose="020B0604020202020204" pitchFamily="34" charset="0"/>
              </a:rPr>
              <a:t>Security</a:t>
            </a:r>
            <a:endParaRPr lang="en-US" b="1" dirty="0">
              <a:solidFill>
                <a:srgbClr val="1F6AAD"/>
              </a:solidFill>
              <a:cs typeface="Arial" panose="020B0604020202020204" pitchFamily="34" charset="0"/>
            </a:endParaRPr>
          </a:p>
        </p:txBody>
      </p:sp>
      <p:sp>
        <p:nvSpPr>
          <p:cNvPr id="8" name="Content Placeholder 2"/>
          <p:cNvSpPr txBox="1"/>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9" name="Rectangle 3"/>
          <p:cNvSpPr txBox="1">
            <a:spLocks noChangeArrowheads="1"/>
          </p:cNvSpPr>
          <p:nvPr/>
        </p:nvSpPr>
        <p:spPr>
          <a:xfrm>
            <a:off x="337930" y="1390072"/>
            <a:ext cx="84582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pPr>
            <a:r>
              <a:rPr lang="en-US" altLang="en-US" sz="1600" dirty="0">
                <a:latin typeface="Raleway" panose="020B0003030101060003"/>
              </a:rPr>
              <a:t>Four types of Security</a:t>
            </a:r>
            <a:endParaRPr lang="en-US" altLang="en-US" sz="1600" dirty="0">
              <a:latin typeface="Raleway" panose="020B0003030101060003"/>
            </a:endParaRPr>
          </a:p>
          <a:p>
            <a:pPr lvl="1">
              <a:lnSpc>
                <a:spcPct val="70000"/>
              </a:lnSpc>
            </a:pPr>
            <a:r>
              <a:rPr lang="en-US" altLang="en-US" sz="1600" dirty="0">
                <a:latin typeface="Raleway" panose="020B0003030101060003"/>
              </a:rPr>
              <a:t>Read, Write, Execute, Purge</a:t>
            </a:r>
            <a:endParaRPr lang="en-US" altLang="en-US" sz="1600" dirty="0">
              <a:latin typeface="Raleway" panose="020B0003030101060003"/>
            </a:endParaRP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Command</a:t>
            </a:r>
            <a:endParaRPr lang="en-US" altLang="en-US" sz="1600" dirty="0">
              <a:latin typeface="Raleway" panose="020B0003030101060003"/>
            </a:endParaRPr>
          </a:p>
          <a:p>
            <a:pPr lvl="1">
              <a:lnSpc>
                <a:spcPct val="70000"/>
              </a:lnSpc>
            </a:pPr>
            <a:r>
              <a:rPr lang="en-US" altLang="en-US" sz="1600" dirty="0">
                <a:latin typeface="Raleway" panose="020B0003030101060003"/>
              </a:rPr>
              <a:t>SECURE </a:t>
            </a:r>
            <a:r>
              <a:rPr lang="en-US" altLang="en-US" sz="1600" i="1" dirty="0">
                <a:latin typeface="Raleway" panose="020B0003030101060003"/>
              </a:rPr>
              <a:t>&lt;filename&gt;</a:t>
            </a:r>
            <a:r>
              <a:rPr lang="en-US" altLang="en-US" sz="1600" dirty="0">
                <a:latin typeface="Raleway" panose="020B0003030101060003"/>
              </a:rPr>
              <a:t>, </a:t>
            </a:r>
            <a:r>
              <a:rPr lang="en-US" altLang="en-US" sz="1600" i="1" dirty="0">
                <a:latin typeface="Raleway" panose="020B0003030101060003"/>
              </a:rPr>
              <a:t>&lt;security&gt;</a:t>
            </a:r>
            <a:endParaRPr lang="en-US" altLang="en-US" sz="1600" i="1" dirty="0">
              <a:latin typeface="Raleway" panose="020B0003030101060003"/>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a:solidFill>
                  <a:srgbClr val="1F6AAD"/>
                </a:solidFill>
                <a:cs typeface="Arial" panose="020B0604020202020204" pitchFamily="34" charset="0"/>
              </a:rPr>
              <a:t>LISTOPENS</a:t>
            </a:r>
            <a:endParaRPr lang="en-US" b="1" dirty="0">
              <a:solidFill>
                <a:srgbClr val="1F6AAD"/>
              </a:solidFill>
              <a:cs typeface="Arial" panose="020B0604020202020204" pitchFamily="34" charset="0"/>
            </a:endParaRPr>
          </a:p>
        </p:txBody>
      </p:sp>
      <p:sp>
        <p:nvSpPr>
          <p:cNvPr id="8" name="Content Placeholder 2"/>
          <p:cNvSpPr txBox="1"/>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p:cNvSpPr txBox="1">
            <a:spLocks noChangeArrowheads="1"/>
          </p:cNvSpPr>
          <p:nvPr/>
        </p:nvSpPr>
        <p:spPr bwMode="auto">
          <a:xfrm>
            <a:off x="0" y="1171521"/>
            <a:ext cx="6665790" cy="39358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830"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830"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9" name="Rectangle 3"/>
          <p:cNvSpPr txBox="1">
            <a:spLocks noChangeArrowheads="1"/>
          </p:cNvSpPr>
          <p:nvPr/>
        </p:nvSpPr>
        <p:spPr>
          <a:xfrm>
            <a:off x="457200" y="1390072"/>
            <a:ext cx="83058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pPr>
            <a:r>
              <a:rPr lang="en-US" altLang="en-US" sz="1600" dirty="0">
                <a:latin typeface="Raleway" panose="020B0003030101060003"/>
              </a:rPr>
              <a:t>Command</a:t>
            </a:r>
            <a:endParaRPr lang="en-US" altLang="en-US" sz="1600" dirty="0">
              <a:latin typeface="Raleway" panose="020B0003030101060003"/>
            </a:endParaRPr>
          </a:p>
          <a:p>
            <a:pPr lvl="1">
              <a:lnSpc>
                <a:spcPct val="70000"/>
              </a:lnSpc>
            </a:pPr>
            <a:r>
              <a:rPr lang="en-US" altLang="en-US" sz="1600" dirty="0">
                <a:latin typeface="Raleway" panose="020B0003030101060003"/>
              </a:rPr>
              <a:t>LISTOPENS </a:t>
            </a:r>
            <a:r>
              <a:rPr lang="en-US" altLang="en-US" sz="1600" i="1" dirty="0">
                <a:latin typeface="Raleway" panose="020B0003030101060003"/>
              </a:rPr>
              <a:t>&lt;filename&gt;</a:t>
            </a:r>
            <a:endParaRPr lang="en-US" altLang="en-US" sz="1600" dirty="0">
              <a:latin typeface="Raleway" panose="020B0003030101060003"/>
            </a:endParaRP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Lists all processes which have opened the file</a:t>
            </a:r>
            <a:endParaRPr lang="en-US" altLang="en-US" sz="1600" dirty="0">
              <a:latin typeface="Raleway" panose="020B0003030101060003"/>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a:solidFill>
                  <a:srgbClr val="1F6AAD"/>
                </a:solidFill>
                <a:cs typeface="Arial" panose="020B0604020202020204" pitchFamily="34" charset="0"/>
              </a:rPr>
              <a:t>Volumes</a:t>
            </a:r>
            <a:endParaRPr lang="en-US" b="1" dirty="0">
              <a:solidFill>
                <a:srgbClr val="1F6AAD"/>
              </a:solidFill>
              <a:cs typeface="Arial" panose="020B0604020202020204" pitchFamily="34" charset="0"/>
            </a:endParaRPr>
          </a:p>
        </p:txBody>
      </p:sp>
      <p:sp>
        <p:nvSpPr>
          <p:cNvPr id="8" name="Content Placeholder 2"/>
          <p:cNvSpPr txBox="1"/>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p:cNvSpPr txBox="1">
            <a:spLocks noChangeArrowheads="1"/>
          </p:cNvSpPr>
          <p:nvPr/>
        </p:nvSpPr>
        <p:spPr bwMode="auto">
          <a:xfrm>
            <a:off x="-340943" y="-663266"/>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830"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830"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9" name="Rectangle 3"/>
          <p:cNvSpPr txBox="1">
            <a:spLocks noChangeArrowheads="1"/>
          </p:cNvSpPr>
          <p:nvPr/>
        </p:nvSpPr>
        <p:spPr>
          <a:xfrm>
            <a:off x="556591" y="1569067"/>
            <a:ext cx="83058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pPr>
            <a:r>
              <a:rPr lang="en-US" altLang="en-US" sz="1600" dirty="0">
                <a:latin typeface="Raleway" panose="020B0003030101060003"/>
              </a:rPr>
              <a:t>Command</a:t>
            </a:r>
            <a:endParaRPr lang="en-US" altLang="en-US" sz="1600" dirty="0">
              <a:latin typeface="Raleway" panose="020B0003030101060003"/>
            </a:endParaRPr>
          </a:p>
          <a:p>
            <a:pPr lvl="1">
              <a:lnSpc>
                <a:spcPct val="70000"/>
              </a:lnSpc>
            </a:pPr>
            <a:r>
              <a:rPr lang="en-US" altLang="en-US" sz="1600" dirty="0">
                <a:latin typeface="Raleway" panose="020B0003030101060003"/>
              </a:rPr>
              <a:t>VOLS </a:t>
            </a:r>
            <a:r>
              <a:rPr lang="en-US" altLang="en-US" sz="1600" i="1" dirty="0">
                <a:latin typeface="Raleway" panose="020B0003030101060003"/>
              </a:rPr>
              <a:t>&lt;system-name&gt;</a:t>
            </a:r>
            <a:endParaRPr lang="en-US" altLang="en-US" sz="1600" i="1" dirty="0">
              <a:latin typeface="Raleway" panose="020B0003030101060003"/>
            </a:endParaRP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Lists all the volumes in the system</a:t>
            </a:r>
            <a:endParaRPr lang="en-US" altLang="en-US" sz="1600" dirty="0">
              <a:latin typeface="Raleway" panose="020B0003030101060003"/>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err="1">
                <a:solidFill>
                  <a:srgbClr val="1F6AAD"/>
                </a:solidFill>
                <a:cs typeface="Arial" panose="020B0604020202020204" pitchFamily="34" charset="0"/>
              </a:rPr>
              <a:t>Subvolumes</a:t>
            </a:r>
            <a:endParaRPr lang="en-US" b="1" dirty="0">
              <a:solidFill>
                <a:srgbClr val="1F6AAD"/>
              </a:solidFill>
              <a:cs typeface="Arial" panose="020B0604020202020204" pitchFamily="34" charset="0"/>
            </a:endParaRPr>
          </a:p>
        </p:txBody>
      </p:sp>
      <p:sp>
        <p:nvSpPr>
          <p:cNvPr id="8" name="Content Placeholder 2"/>
          <p:cNvSpPr txBox="1"/>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p:cNvSpPr txBox="1">
            <a:spLocks noChangeArrowheads="1"/>
          </p:cNvSpPr>
          <p:nvPr/>
        </p:nvSpPr>
        <p:spPr bwMode="auto">
          <a:xfrm>
            <a:off x="-92765" y="-210240"/>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830"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830"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9" name="Rectangle 3"/>
          <p:cNvSpPr txBox="1">
            <a:spLocks noChangeArrowheads="1"/>
          </p:cNvSpPr>
          <p:nvPr/>
        </p:nvSpPr>
        <p:spPr>
          <a:xfrm>
            <a:off x="457200" y="1479569"/>
            <a:ext cx="83820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pPr>
            <a:r>
              <a:rPr lang="en-US" altLang="en-US" sz="1600" dirty="0">
                <a:latin typeface="Raleway" panose="020B0003030101060003"/>
              </a:rPr>
              <a:t>Command</a:t>
            </a:r>
            <a:endParaRPr lang="en-US" altLang="en-US" sz="1600" dirty="0">
              <a:latin typeface="Raleway" panose="020B0003030101060003"/>
            </a:endParaRPr>
          </a:p>
          <a:p>
            <a:pPr lvl="1">
              <a:lnSpc>
                <a:spcPct val="70000"/>
              </a:lnSpc>
            </a:pPr>
            <a:r>
              <a:rPr lang="en-US" altLang="en-US" sz="1600" dirty="0">
                <a:latin typeface="Raleway" panose="020B0003030101060003"/>
              </a:rPr>
              <a:t>SUBVOLS </a:t>
            </a:r>
            <a:r>
              <a:rPr lang="en-US" altLang="en-US" sz="1600" i="1" dirty="0">
                <a:latin typeface="Raleway" panose="020B0003030101060003"/>
              </a:rPr>
              <a:t>&lt;volume-name&gt;</a:t>
            </a:r>
            <a:endParaRPr lang="en-US" altLang="en-US" sz="1600" i="1" dirty="0">
              <a:latin typeface="Raleway" panose="020B0003030101060003"/>
            </a:endParaRP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Lists all the </a:t>
            </a:r>
            <a:r>
              <a:rPr lang="en-US" altLang="en-US" sz="1600" dirty="0" err="1">
                <a:latin typeface="Raleway" panose="020B0003030101060003"/>
              </a:rPr>
              <a:t>subvolumes</a:t>
            </a:r>
            <a:r>
              <a:rPr lang="en-US" altLang="en-US" sz="1600" dirty="0">
                <a:latin typeface="Raleway" panose="020B0003030101060003"/>
              </a:rPr>
              <a:t> present in the volume</a:t>
            </a:r>
            <a:endParaRPr lang="en-US" altLang="en-US" sz="1600" dirty="0">
              <a:latin typeface="Raleway" panose="020B0003030101060003"/>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a:solidFill>
                  <a:srgbClr val="1F6AAD"/>
                </a:solidFill>
                <a:cs typeface="Arial" panose="020B0604020202020204" pitchFamily="34" charset="0"/>
              </a:rPr>
              <a:t>Recall Commands</a:t>
            </a:r>
            <a:endParaRPr lang="en-US" b="1" dirty="0">
              <a:solidFill>
                <a:srgbClr val="1F6AAD"/>
              </a:solidFill>
              <a:cs typeface="Arial" panose="020B0604020202020204" pitchFamily="34" charset="0"/>
            </a:endParaRPr>
          </a:p>
        </p:txBody>
      </p:sp>
      <p:sp>
        <p:nvSpPr>
          <p:cNvPr id="8" name="Content Placeholder 2"/>
          <p:cNvSpPr txBox="1"/>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p:cNvSpPr txBox="1">
            <a:spLocks noChangeArrowheads="1"/>
          </p:cNvSpPr>
          <p:nvPr/>
        </p:nvSpPr>
        <p:spPr bwMode="auto">
          <a:xfrm>
            <a:off x="-142160" y="628072"/>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830"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830"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9" name="Rectangle 3"/>
          <p:cNvSpPr txBox="1">
            <a:spLocks noChangeArrowheads="1"/>
          </p:cNvSpPr>
          <p:nvPr/>
        </p:nvSpPr>
        <p:spPr>
          <a:xfrm>
            <a:off x="457200" y="1353128"/>
            <a:ext cx="83058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pPr>
            <a:r>
              <a:rPr lang="en-US" altLang="en-US" sz="1600" dirty="0">
                <a:latin typeface="Raleway" panose="020B0003030101060003"/>
              </a:rPr>
              <a:t>Command</a:t>
            </a:r>
            <a:endParaRPr lang="en-US" altLang="en-US" sz="1600" dirty="0">
              <a:latin typeface="Raleway" panose="020B0003030101060003"/>
            </a:endParaRPr>
          </a:p>
          <a:p>
            <a:pPr lvl="1">
              <a:lnSpc>
                <a:spcPct val="70000"/>
              </a:lnSpc>
            </a:pPr>
            <a:r>
              <a:rPr lang="en-US" altLang="en-US" sz="1600" dirty="0">
                <a:latin typeface="Raleway" panose="020B0003030101060003"/>
              </a:rPr>
              <a:t>FC </a:t>
            </a:r>
            <a:r>
              <a:rPr lang="en-US" altLang="en-US" sz="1600" i="1" dirty="0">
                <a:latin typeface="Raleway" panose="020B0003030101060003"/>
              </a:rPr>
              <a:t>&lt;string&gt;</a:t>
            </a:r>
            <a:endParaRPr lang="en-US" altLang="en-US" sz="1600" i="1" dirty="0">
              <a:latin typeface="Raleway" panose="020B0003030101060003"/>
            </a:endParaRP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Recalls previous command starting with </a:t>
            </a:r>
            <a:r>
              <a:rPr lang="en-US" altLang="en-US" sz="1600" i="1" dirty="0">
                <a:latin typeface="Raleway" panose="020B0003030101060003"/>
              </a:rPr>
              <a:t>&lt;string&gt;</a:t>
            </a:r>
            <a:endParaRPr lang="en-US" altLang="en-US" sz="1600" i="1" dirty="0">
              <a:latin typeface="Raleway" panose="020B0003030101060003"/>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a:solidFill>
                  <a:srgbClr val="1F6AAD"/>
                </a:solidFill>
                <a:cs typeface="Arial" panose="020B0604020202020204" pitchFamily="34" charset="0"/>
              </a:rPr>
              <a:t>Changing Volume</a:t>
            </a:r>
            <a:endParaRPr lang="en-US" b="1" dirty="0">
              <a:solidFill>
                <a:srgbClr val="1F6AAD"/>
              </a:solidFill>
              <a:cs typeface="Arial" panose="020B0604020202020204" pitchFamily="34" charset="0"/>
            </a:endParaRPr>
          </a:p>
        </p:txBody>
      </p:sp>
      <p:sp>
        <p:nvSpPr>
          <p:cNvPr id="8" name="Content Placeholder 2"/>
          <p:cNvSpPr txBox="1"/>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p:cNvSpPr txBox="1">
            <a:spLocks noChangeArrowheads="1"/>
          </p:cNvSpPr>
          <p:nvPr/>
        </p:nvSpPr>
        <p:spPr bwMode="auto">
          <a:xfrm>
            <a:off x="-142160" y="628072"/>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830"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830"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10" name="Rectangle 3"/>
          <p:cNvSpPr txBox="1">
            <a:spLocks noChangeArrowheads="1"/>
          </p:cNvSpPr>
          <p:nvPr/>
        </p:nvSpPr>
        <p:spPr>
          <a:xfrm>
            <a:off x="457200" y="1353128"/>
            <a:ext cx="83820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pPr>
            <a:r>
              <a:rPr lang="en-US" altLang="en-US" sz="1600" dirty="0">
                <a:latin typeface="Raleway" panose="020B0003030101060003"/>
              </a:rPr>
              <a:t>Command</a:t>
            </a:r>
            <a:endParaRPr lang="en-US" altLang="en-US" sz="1600" dirty="0">
              <a:latin typeface="Raleway" panose="020B0003030101060003"/>
            </a:endParaRPr>
          </a:p>
          <a:p>
            <a:pPr lvl="1">
              <a:lnSpc>
                <a:spcPct val="70000"/>
              </a:lnSpc>
            </a:pPr>
            <a:r>
              <a:rPr lang="en-US" altLang="en-US" sz="1600" dirty="0">
                <a:latin typeface="Raleway" panose="020B0003030101060003"/>
              </a:rPr>
              <a:t>Volume </a:t>
            </a:r>
            <a:r>
              <a:rPr lang="en-US" altLang="en-US" sz="1600" i="1" dirty="0">
                <a:latin typeface="Raleway" panose="020B0003030101060003"/>
              </a:rPr>
              <a:t>&lt;Volume-name&gt;.&lt;</a:t>
            </a:r>
            <a:r>
              <a:rPr lang="en-US" altLang="en-US" sz="1600" i="1" dirty="0" err="1">
                <a:latin typeface="Raleway" panose="020B0003030101060003"/>
              </a:rPr>
              <a:t>Subvolume</a:t>
            </a:r>
            <a:r>
              <a:rPr lang="en-US" altLang="en-US" sz="1600" i="1" dirty="0">
                <a:latin typeface="Raleway" panose="020B0003030101060003"/>
              </a:rPr>
              <a:t>-name&gt;</a:t>
            </a:r>
            <a:endParaRPr lang="en-US" altLang="en-US" sz="1600" i="1" dirty="0">
              <a:latin typeface="Raleway" panose="020B0003030101060003"/>
            </a:endParaRPr>
          </a:p>
          <a:p>
            <a:pPr>
              <a:lnSpc>
                <a:spcPct val="70000"/>
              </a:lnSpc>
            </a:pPr>
            <a:endParaRPr lang="en-US" altLang="en-US" sz="1600" dirty="0">
              <a:latin typeface="Raleway" panose="020B0003030101060003"/>
            </a:endParaRPr>
          </a:p>
          <a:p>
            <a:pPr>
              <a:lnSpc>
                <a:spcPct val="70000"/>
              </a:lnSpc>
            </a:pPr>
            <a:r>
              <a:rPr lang="en-US" altLang="en-US" sz="1600" dirty="0">
                <a:latin typeface="Raleway" panose="020B0003030101060003"/>
              </a:rPr>
              <a:t>Changes your present volume and </a:t>
            </a:r>
            <a:r>
              <a:rPr lang="en-US" altLang="en-US" sz="1600" dirty="0" err="1">
                <a:latin typeface="Raleway" panose="020B0003030101060003"/>
              </a:rPr>
              <a:t>subvolume</a:t>
            </a:r>
            <a:endParaRPr lang="en-US" altLang="en-US" sz="1600" dirty="0">
              <a:latin typeface="Raleway" panose="020B0003030101060003"/>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815921" y="2376942"/>
            <a:ext cx="2662529" cy="971566"/>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rgbClr val="1F6AAD"/>
                </a:solidFill>
                <a:latin typeface="Raleway Extrabold" panose="020B0003030101060003" pitchFamily="34" charset="0"/>
              </a:rPr>
              <a:t>THANK</a:t>
            </a:r>
            <a:endParaRPr lang="en-US" sz="3600" b="1" dirty="0">
              <a:solidFill>
                <a:srgbClr val="1F6AAD"/>
              </a:solidFill>
              <a:latin typeface="Raleway Extrabold" panose="020B0003030101060003" pitchFamily="34" charset="0"/>
            </a:endParaRPr>
          </a:p>
          <a:p>
            <a:pPr algn="ctr"/>
            <a:r>
              <a:rPr lang="en-US" sz="3600" b="1" dirty="0">
                <a:solidFill>
                  <a:srgbClr val="1F6AAD"/>
                </a:solidFill>
                <a:latin typeface="Raleway Extrabold" panose="020B0003030101060003" pitchFamily="34" charset="0"/>
              </a:rPr>
              <a:t>YOU!</a:t>
            </a:r>
            <a:endParaRPr lang="en-IN" sz="3600" dirty="0">
              <a:latin typeface="Raleway Extrabold" panose="020B0003030101060003" pitchFamily="34" charset="0"/>
            </a:endParaRPr>
          </a:p>
        </p:txBody>
      </p:sp>
      <p:pic>
        <p:nvPicPr>
          <p:cNvPr id="6" name="Picture 5"/>
          <p:cNvPicPr>
            <a:picLocks noChangeAspect="1"/>
          </p:cNvPicPr>
          <p:nvPr/>
        </p:nvPicPr>
        <p:blipFill>
          <a:blip r:embed="rId1"/>
          <a:stretch>
            <a:fillRect/>
          </a:stretch>
        </p:blipFill>
        <p:spPr>
          <a:xfrm>
            <a:off x="6669740" y="280575"/>
            <a:ext cx="4673769" cy="4680520"/>
          </a:xfrm>
          <a:prstGeom prst="rect">
            <a:avLst/>
          </a:prstGeom>
        </p:spPr>
      </p:pic>
      <p:sp>
        <p:nvSpPr>
          <p:cNvPr id="7" name="Rectangle 6"/>
          <p:cNvSpPr/>
          <p:nvPr/>
        </p:nvSpPr>
        <p:spPr>
          <a:xfrm>
            <a:off x="399246" y="5579282"/>
            <a:ext cx="11449319" cy="923330"/>
          </a:xfrm>
          <a:prstGeom prst="rect">
            <a:avLst/>
          </a:prstGeom>
        </p:spPr>
        <p:txBody>
          <a:bodyPr wrap="square">
            <a:spAutoFit/>
          </a:bodyPr>
          <a:lstStyle/>
          <a:p>
            <a:pPr algn="ctr"/>
            <a:r>
              <a:rPr lang="en-US" sz="1400" b="1" dirty="0">
                <a:latin typeface="Raleway" panose="020B0503030101060003" pitchFamily="34" charset="0"/>
              </a:rPr>
              <a:t>Concerto Software and Systems Private Limited</a:t>
            </a:r>
            <a:endParaRPr lang="en-US" sz="1400" b="1" dirty="0">
              <a:latin typeface="Raleway" panose="020B0503030101060003" pitchFamily="34" charset="0"/>
            </a:endParaRPr>
          </a:p>
          <a:p>
            <a:pPr algn="ctr"/>
            <a:r>
              <a:rPr lang="en-US" sz="1200" dirty="0">
                <a:latin typeface="Raleway" panose="020B0503030101060003" pitchFamily="34" charset="0"/>
              </a:rPr>
              <a:t>311-313, Building 2, Sector 1, Millennium Business Park, Mahape, Navi Mumbai -400 710</a:t>
            </a:r>
            <a:endParaRPr lang="en-US" sz="1200" dirty="0">
              <a:latin typeface="Raleway" panose="020B0503030101060003" pitchFamily="34" charset="0"/>
            </a:endParaRPr>
          </a:p>
          <a:p>
            <a:pPr algn="ctr">
              <a:lnSpc>
                <a:spcPct val="200000"/>
              </a:lnSpc>
            </a:pPr>
            <a:r>
              <a:rPr lang="en-US" sz="1400" dirty="0">
                <a:latin typeface="Raleway" panose="020B0503030101060003" pitchFamily="34" charset="0"/>
              </a:rPr>
              <a:t> </a:t>
            </a:r>
            <a:endParaRPr lang="en-US" sz="1400" dirty="0">
              <a:latin typeface="Raleway" panose="020B0503030101060003" pitchFamily="34" charset="0"/>
            </a:endParaRPr>
          </a:p>
        </p:txBody>
      </p:sp>
      <p:sp>
        <p:nvSpPr>
          <p:cNvPr id="8" name="Slide Number Placeholder 2"/>
          <p:cNvSpPr>
            <a:spLocks noGrp="1"/>
          </p:cNvSpPr>
          <p:nvPr>
            <p:ph type="sldNum" sz="quarter" idx="12"/>
          </p:nvPr>
        </p:nvSpPr>
        <p:spPr>
          <a:xfrm>
            <a:off x="5727700" y="6302321"/>
            <a:ext cx="457200" cy="365125"/>
          </a:xfrm>
        </p:spPr>
        <p:txBody>
          <a:bodyPr/>
          <a:lstStyle/>
          <a:p>
            <a:pPr algn="ctr"/>
            <a:r>
              <a:rPr lang="en-US" dirty="0"/>
              <a:t>42</a:t>
            </a:r>
            <a:endParaRPr lang="en-US" dirty="0"/>
          </a:p>
        </p:txBody>
      </p:sp>
    </p:spTree>
  </p:cSld>
  <p:clrMapOvr>
    <a:masterClrMapping/>
  </p:clrMapOvr>
</p:sld>
</file>

<file path=ppt/theme/theme1.xml><?xml version="1.0" encoding="utf-8"?>
<a:theme xmlns:a="http://schemas.openxmlformats.org/drawingml/2006/main" name="corp2015">
  <a:themeElements>
    <a:clrScheme name="Indegene_new1">
      <a:dk1>
        <a:sysClr val="windowText" lastClr="000000"/>
      </a:dk1>
      <a:lt1>
        <a:sysClr val="window" lastClr="FFFFFF"/>
      </a:lt1>
      <a:dk2>
        <a:srgbClr val="00B0F0"/>
      </a:dk2>
      <a:lt2>
        <a:srgbClr val="EEECE1"/>
      </a:lt2>
      <a:accent1>
        <a:srgbClr val="1DBECF"/>
      </a:accent1>
      <a:accent2>
        <a:srgbClr val="7CAB27"/>
      </a:accent2>
      <a:accent3>
        <a:srgbClr val="595959"/>
      </a:accent3>
      <a:accent4>
        <a:srgbClr val="FFC000"/>
      </a:accent4>
      <a:accent5>
        <a:srgbClr val="49D9E7"/>
      </a:accent5>
      <a:accent6>
        <a:srgbClr val="00B0F0"/>
      </a:accent6>
      <a:hlink>
        <a:srgbClr val="C0C0C0"/>
      </a:hlink>
      <a:folHlink>
        <a:srgbClr val="7F7F7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6BECF"/>
        </a:solidFill>
        <a:ln>
          <a:noFill/>
        </a:ln>
      </a:spPr>
      <a:bodyPr rtlCol="0" anchor="ctr"/>
      <a:lstStyle>
        <a:defPPr algn="ctr">
          <a:defRPr sz="1200" dirty="0">
            <a:solidFill>
              <a:schemeClr val="bg1"/>
            </a:solidFill>
            <a:latin typeface="Myriad Pro" pitchFamily="34" charset="0"/>
            <a:ea typeface="Segoe UI" panose="020B0502040204020203" pitchFamily="34" charset="0"/>
            <a:cs typeface="Segoe UI" panose="020B0502040204020203" pitchFamily="34" charset="0"/>
          </a:defRPr>
        </a:defPPr>
      </a:lstStyle>
      <a:style>
        <a:lnRef idx="2">
          <a:schemeClr val="accent4"/>
        </a:lnRef>
        <a:fillRef idx="1">
          <a:schemeClr val="lt1"/>
        </a:fillRef>
        <a:effectRef idx="0">
          <a:schemeClr val="accent4"/>
        </a:effectRef>
        <a:fontRef idx="minor">
          <a:schemeClr val="dk1"/>
        </a:fontRef>
      </a:style>
    </a:spDef>
    <a:txDef>
      <a:spPr>
        <a:noFill/>
      </a:spPr>
      <a:bodyPr wrap="none" rtlCol="0">
        <a:spAutoFit/>
      </a:bodyPr>
      <a:lstStyle>
        <a:defPPr>
          <a:defRPr smtClean="0">
            <a:latin typeface="Arial" panose="020B0604020202020204" pitchFamily="34" charset="0"/>
            <a:cs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certo">
  <a:themeElements>
    <a:clrScheme name="Indegene_new1">
      <a:dk1>
        <a:sysClr val="windowText" lastClr="000000"/>
      </a:dk1>
      <a:lt1>
        <a:sysClr val="window" lastClr="FFFFFF"/>
      </a:lt1>
      <a:dk2>
        <a:srgbClr val="00B0F0"/>
      </a:dk2>
      <a:lt2>
        <a:srgbClr val="EEECE1"/>
      </a:lt2>
      <a:accent1>
        <a:srgbClr val="1DBECF"/>
      </a:accent1>
      <a:accent2>
        <a:srgbClr val="7CAB27"/>
      </a:accent2>
      <a:accent3>
        <a:srgbClr val="595959"/>
      </a:accent3>
      <a:accent4>
        <a:srgbClr val="FFC000"/>
      </a:accent4>
      <a:accent5>
        <a:srgbClr val="49D9E7"/>
      </a:accent5>
      <a:accent6>
        <a:srgbClr val="00B0F0"/>
      </a:accent6>
      <a:hlink>
        <a:srgbClr val="C0C0C0"/>
      </a:hlink>
      <a:folHlink>
        <a:srgbClr val="7F7F7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6BECF"/>
        </a:solidFill>
        <a:ln>
          <a:noFill/>
        </a:ln>
      </a:spPr>
      <a:bodyPr rtlCol="0" anchor="ctr"/>
      <a:lstStyle>
        <a:defPPr algn="ctr">
          <a:defRPr sz="1200" dirty="0">
            <a:solidFill>
              <a:schemeClr val="bg1"/>
            </a:solidFill>
            <a:latin typeface="Myriad Pro" pitchFamily="34" charset="0"/>
            <a:ea typeface="Segoe UI" panose="020B0502040204020203" pitchFamily="34" charset="0"/>
            <a:cs typeface="Segoe UI" panose="020B0502040204020203" pitchFamily="34" charset="0"/>
          </a:defRPr>
        </a:defPPr>
      </a:lstStyle>
      <a:style>
        <a:lnRef idx="2">
          <a:schemeClr val="accent4"/>
        </a:lnRef>
        <a:fillRef idx="1">
          <a:schemeClr val="lt1"/>
        </a:fillRef>
        <a:effectRef idx="0">
          <a:schemeClr val="accent4"/>
        </a:effectRef>
        <a:fontRef idx="minor">
          <a:schemeClr val="dk1"/>
        </a:fontRef>
      </a:style>
    </a:spDef>
    <a:txDef>
      <a:spPr>
        <a:noFill/>
      </a:spPr>
      <a:bodyPr wrap="none" rtlCol="0">
        <a:spAutoFit/>
      </a:bodyPr>
      <a:lstStyle>
        <a:defPPr>
          <a:defRPr smtClean="0">
            <a:latin typeface="Arial" panose="020B0604020202020204" pitchFamily="34" charset="0"/>
            <a:cs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2411</Words>
  <Application>WPS Presentation</Application>
  <PresentationFormat>Widescreen</PresentationFormat>
  <Paragraphs>172</Paragraphs>
  <Slides>16</Slides>
  <Notes>0</Notes>
  <HiddenSlides>0</HiddenSlides>
  <MMClips>0</MMClips>
  <ScaleCrop>false</ScaleCrop>
  <HeadingPairs>
    <vt:vector size="6" baseType="variant">
      <vt:variant>
        <vt:lpstr>已用的字体</vt:lpstr>
      </vt:variant>
      <vt:variant>
        <vt:i4>20</vt:i4>
      </vt:variant>
      <vt:variant>
        <vt:lpstr>主题</vt:lpstr>
      </vt:variant>
      <vt:variant>
        <vt:i4>3</vt:i4>
      </vt:variant>
      <vt:variant>
        <vt:lpstr>幻灯片标题</vt:lpstr>
      </vt:variant>
      <vt:variant>
        <vt:i4>16</vt:i4>
      </vt:variant>
    </vt:vector>
  </HeadingPairs>
  <TitlesOfParts>
    <vt:vector size="39" baseType="lpstr">
      <vt:lpstr>Arial</vt:lpstr>
      <vt:lpstr>SimSun</vt:lpstr>
      <vt:lpstr>Wingdings</vt:lpstr>
      <vt:lpstr>Myriad Pro</vt:lpstr>
      <vt:lpstr>Segoe UI</vt:lpstr>
      <vt:lpstr>MS PGothic</vt:lpstr>
      <vt:lpstr>Courier New</vt:lpstr>
      <vt:lpstr>Raleway</vt:lpstr>
      <vt:lpstr>Calibri</vt:lpstr>
      <vt:lpstr>Andalus</vt:lpstr>
      <vt:lpstr>Raleway</vt:lpstr>
      <vt:lpstr>Century Gothic</vt:lpstr>
      <vt:lpstr>Microsoft YaHei</vt:lpstr>
      <vt:lpstr>Times New Roman</vt:lpstr>
      <vt:lpstr>Arial Unicode MS</vt:lpstr>
      <vt:lpstr>Raleway Extrabold</vt:lpstr>
      <vt:lpstr>Segoe Print</vt:lpstr>
      <vt:lpstr/>
      <vt:lpstr>Arial Unicode MS</vt:lpstr>
      <vt:lpstr>Calibri Light</vt:lpstr>
      <vt:lpstr>corp2015</vt:lpstr>
      <vt:lpstr>Concerto</vt:lpstr>
      <vt:lpstr>Office Theme</vt:lpstr>
      <vt:lpstr>FUP (File Utility Program)</vt:lpstr>
      <vt:lpstr>Restriction on disclosure</vt:lpstr>
      <vt:lpstr>Overview </vt:lpstr>
      <vt:lpstr>File Creation </vt:lpstr>
      <vt:lpstr>Modifying file attributes</vt:lpstr>
      <vt:lpstr>Copy File </vt:lpstr>
      <vt:lpstr>Duplicate File</vt:lpstr>
      <vt:lpstr>Delete Files</vt:lpstr>
      <vt:lpstr>File Information</vt:lpstr>
      <vt:lpstr>Security</vt:lpstr>
      <vt:lpstr>LISTOPENS</vt:lpstr>
      <vt:lpstr>Volumes</vt:lpstr>
      <vt:lpstr>Subvolumes</vt:lpstr>
      <vt:lpstr>Recall Commands</vt:lpstr>
      <vt:lpstr>Changing Volume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yogita.lambole</cp:lastModifiedBy>
  <cp:revision>2</cp:revision>
  <dcterms:created xsi:type="dcterms:W3CDTF">2015-07-22T13:25:00Z</dcterms:created>
  <dcterms:modified xsi:type="dcterms:W3CDTF">2022-10-19T07:06:10Z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1033-10.2.0.6080</vt:lpwstr>
  </property>
</Properties>
</file>