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diagrams/layout1.xml" ContentType="application/vnd.openxmlformats-officedocument.drawingml.diagramLayout+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Default Extension="gif" ContentType="image/gif"/>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0" r:id="rId1"/>
  </p:sldMasterIdLst>
  <p:notesMasterIdLst>
    <p:notesMasterId r:id="rId39"/>
  </p:notesMasterIdLst>
  <p:handoutMasterIdLst>
    <p:handoutMasterId r:id="rId40"/>
  </p:handoutMasterIdLst>
  <p:sldIdLst>
    <p:sldId id="256" r:id="rId2"/>
    <p:sldId id="285" r:id="rId3"/>
    <p:sldId id="290" r:id="rId4"/>
    <p:sldId id="292" r:id="rId5"/>
    <p:sldId id="281" r:id="rId6"/>
    <p:sldId id="282" r:id="rId7"/>
    <p:sldId id="258" r:id="rId8"/>
    <p:sldId id="283" r:id="rId9"/>
    <p:sldId id="284" r:id="rId10"/>
    <p:sldId id="293" r:id="rId11"/>
    <p:sldId id="259" r:id="rId12"/>
    <p:sldId id="260" r:id="rId13"/>
    <p:sldId id="261" r:id="rId14"/>
    <p:sldId id="262" r:id="rId15"/>
    <p:sldId id="263" r:id="rId16"/>
    <p:sldId id="264" r:id="rId17"/>
    <p:sldId id="286" r:id="rId18"/>
    <p:sldId id="265" r:id="rId19"/>
    <p:sldId id="287" r:id="rId20"/>
    <p:sldId id="278" r:id="rId21"/>
    <p:sldId id="279" r:id="rId22"/>
    <p:sldId id="280" r:id="rId23"/>
    <p:sldId id="274" r:id="rId24"/>
    <p:sldId id="289" r:id="rId25"/>
    <p:sldId id="272" r:id="rId26"/>
    <p:sldId id="273" r:id="rId27"/>
    <p:sldId id="266" r:id="rId28"/>
    <p:sldId id="267" r:id="rId29"/>
    <p:sldId id="294" r:id="rId30"/>
    <p:sldId id="295" r:id="rId31"/>
    <p:sldId id="297" r:id="rId32"/>
    <p:sldId id="268" r:id="rId33"/>
    <p:sldId id="298" r:id="rId34"/>
    <p:sldId id="299" r:id="rId35"/>
    <p:sldId id="300" r:id="rId36"/>
    <p:sldId id="302" r:id="rId37"/>
    <p:sldId id="301" r:id="rId38"/>
  </p:sldIdLst>
  <p:sldSz cx="9144000" cy="6858000" type="screen4x3"/>
  <p:notesSz cx="6858000" cy="9144000"/>
  <p:defaultTextStyle>
    <a:defPPr>
      <a:defRPr lang="en-AU"/>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615" autoAdjust="0"/>
    <p:restoredTop sz="90985" autoAdjust="0"/>
  </p:normalViewPr>
  <p:slideViewPr>
    <p:cSldViewPr>
      <p:cViewPr varScale="1">
        <p:scale>
          <a:sx n="71" d="100"/>
          <a:sy n="71" d="100"/>
        </p:scale>
        <p:origin x="-51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182"/>
    </p:cViewPr>
  </p:sorterViewPr>
  <p:notesViewPr>
    <p:cSldViewPr>
      <p:cViewPr varScale="1">
        <p:scale>
          <a:sx n="63" d="100"/>
          <a:sy n="63" d="100"/>
        </p:scale>
        <p:origin x="-2226" y="-10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8030CE-764A-45E7-A23F-886028478FB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IN"/>
        </a:p>
      </dgm:t>
    </dgm:pt>
    <dgm:pt modelId="{2E040308-6380-44DE-9CF5-6A746968DF1F}">
      <dgm:prSet phldrT="[Text]"/>
      <dgm:spPr/>
      <dgm:t>
        <a:bodyPr/>
        <a:lstStyle/>
        <a:p>
          <a:r>
            <a:rPr lang="en-US" dirty="0" smtClean="0">
              <a:solidFill>
                <a:schemeClr val="bg2"/>
              </a:solidFill>
              <a:latin typeface="Britannic Bold" pitchFamily="34" charset="0"/>
            </a:rPr>
            <a:t>Identification Division</a:t>
          </a:r>
          <a:endParaRPr lang="en-IN" dirty="0">
            <a:solidFill>
              <a:schemeClr val="bg2"/>
            </a:solidFill>
            <a:latin typeface="Britannic Bold" pitchFamily="34" charset="0"/>
          </a:endParaRPr>
        </a:p>
      </dgm:t>
    </dgm:pt>
    <dgm:pt modelId="{CA38027E-E2C7-42F2-8895-30FEC59B4E4C}" type="parTrans" cxnId="{C0161BB5-6341-416C-B68A-C0D38EC3F299}">
      <dgm:prSet/>
      <dgm:spPr/>
      <dgm:t>
        <a:bodyPr/>
        <a:lstStyle/>
        <a:p>
          <a:endParaRPr lang="en-IN"/>
        </a:p>
      </dgm:t>
    </dgm:pt>
    <dgm:pt modelId="{6A59ED5E-E17C-4225-9F00-AE90B57884A6}" type="sibTrans" cxnId="{C0161BB5-6341-416C-B68A-C0D38EC3F299}">
      <dgm:prSet/>
      <dgm:spPr/>
      <dgm:t>
        <a:bodyPr/>
        <a:lstStyle/>
        <a:p>
          <a:endParaRPr lang="en-IN"/>
        </a:p>
      </dgm:t>
    </dgm:pt>
    <dgm:pt modelId="{165D5694-C25B-43B5-8E9D-01F99276C1CF}">
      <dgm:prSet phldrT="[Text]"/>
      <dgm:spPr/>
      <dgm:t>
        <a:bodyPr/>
        <a:lstStyle/>
        <a:p>
          <a:r>
            <a:rPr lang="en-US" dirty="0" smtClean="0">
              <a:solidFill>
                <a:schemeClr val="bg2"/>
              </a:solidFill>
              <a:latin typeface="Britannic Bold" pitchFamily="34" charset="0"/>
            </a:rPr>
            <a:t>Configuration Section</a:t>
          </a:r>
          <a:endParaRPr lang="en-IN" dirty="0">
            <a:solidFill>
              <a:schemeClr val="bg2"/>
            </a:solidFill>
            <a:latin typeface="Britannic Bold" pitchFamily="34" charset="0"/>
          </a:endParaRPr>
        </a:p>
      </dgm:t>
    </dgm:pt>
    <dgm:pt modelId="{FD0BCE44-B530-44E1-9A09-5D3B10D9FA19}" type="parTrans" cxnId="{B144E178-F622-4E00-8890-976786C8111E}">
      <dgm:prSet/>
      <dgm:spPr/>
      <dgm:t>
        <a:bodyPr/>
        <a:lstStyle/>
        <a:p>
          <a:endParaRPr lang="en-IN">
            <a:solidFill>
              <a:schemeClr val="bg2"/>
            </a:solidFill>
            <a:latin typeface="Britannic Bold" pitchFamily="34" charset="0"/>
          </a:endParaRPr>
        </a:p>
      </dgm:t>
    </dgm:pt>
    <dgm:pt modelId="{A6E123DC-5259-480F-99AE-835A4CE481E8}" type="sibTrans" cxnId="{B144E178-F622-4E00-8890-976786C8111E}">
      <dgm:prSet/>
      <dgm:spPr/>
      <dgm:t>
        <a:bodyPr/>
        <a:lstStyle/>
        <a:p>
          <a:endParaRPr lang="en-IN"/>
        </a:p>
      </dgm:t>
    </dgm:pt>
    <dgm:pt modelId="{58F98371-F900-4936-A663-44860A472BD7}">
      <dgm:prSet phldrT="[Text]"/>
      <dgm:spPr/>
      <dgm:t>
        <a:bodyPr/>
        <a:lstStyle/>
        <a:p>
          <a:r>
            <a:rPr lang="en-US" dirty="0" smtClean="0">
              <a:solidFill>
                <a:schemeClr val="bg2"/>
              </a:solidFill>
              <a:latin typeface="Britannic Bold" pitchFamily="34" charset="0"/>
            </a:rPr>
            <a:t>Input-Output Section</a:t>
          </a:r>
          <a:endParaRPr lang="en-IN" dirty="0">
            <a:solidFill>
              <a:schemeClr val="bg2"/>
            </a:solidFill>
            <a:latin typeface="Britannic Bold" pitchFamily="34" charset="0"/>
          </a:endParaRPr>
        </a:p>
      </dgm:t>
    </dgm:pt>
    <dgm:pt modelId="{761C4055-93CE-4021-A2C1-1348C6949515}" type="parTrans" cxnId="{E01AF3A7-F88B-47FF-B25E-702202606C8D}">
      <dgm:prSet/>
      <dgm:spPr/>
      <dgm:t>
        <a:bodyPr/>
        <a:lstStyle/>
        <a:p>
          <a:endParaRPr lang="en-IN">
            <a:solidFill>
              <a:schemeClr val="bg2"/>
            </a:solidFill>
            <a:latin typeface="Britannic Bold" pitchFamily="34" charset="0"/>
          </a:endParaRPr>
        </a:p>
      </dgm:t>
    </dgm:pt>
    <dgm:pt modelId="{D16894E2-BE53-4B71-9908-074BBB827F1D}" type="sibTrans" cxnId="{E01AF3A7-F88B-47FF-B25E-702202606C8D}">
      <dgm:prSet/>
      <dgm:spPr/>
      <dgm:t>
        <a:bodyPr/>
        <a:lstStyle/>
        <a:p>
          <a:endParaRPr lang="en-IN"/>
        </a:p>
      </dgm:t>
    </dgm:pt>
    <dgm:pt modelId="{BF07D4A4-71D8-4DE9-B913-07930DF92D75}">
      <dgm:prSet phldrT="[Text]"/>
      <dgm:spPr/>
      <dgm:t>
        <a:bodyPr/>
        <a:lstStyle/>
        <a:p>
          <a:r>
            <a:rPr lang="en-US" dirty="0" smtClean="0">
              <a:solidFill>
                <a:schemeClr val="bg2"/>
              </a:solidFill>
              <a:latin typeface="Britannic Bold" pitchFamily="34" charset="0"/>
            </a:rPr>
            <a:t>Data Division</a:t>
          </a:r>
          <a:endParaRPr lang="en-IN" dirty="0">
            <a:solidFill>
              <a:schemeClr val="bg2"/>
            </a:solidFill>
            <a:latin typeface="Britannic Bold" pitchFamily="34" charset="0"/>
          </a:endParaRPr>
        </a:p>
      </dgm:t>
    </dgm:pt>
    <dgm:pt modelId="{BCAC79F4-5E0D-49AD-AEB5-301376DF802E}" type="parTrans" cxnId="{A057B69C-1096-4176-A827-83AABB2A47BC}">
      <dgm:prSet/>
      <dgm:spPr/>
      <dgm:t>
        <a:bodyPr/>
        <a:lstStyle/>
        <a:p>
          <a:endParaRPr lang="en-IN"/>
        </a:p>
      </dgm:t>
    </dgm:pt>
    <dgm:pt modelId="{1A6F8F74-0F4A-409A-84DD-D7D026945556}" type="sibTrans" cxnId="{A057B69C-1096-4176-A827-83AABB2A47BC}">
      <dgm:prSet/>
      <dgm:spPr/>
      <dgm:t>
        <a:bodyPr/>
        <a:lstStyle/>
        <a:p>
          <a:endParaRPr lang="en-IN"/>
        </a:p>
      </dgm:t>
    </dgm:pt>
    <dgm:pt modelId="{B1ED6A61-28EC-44DF-9518-C384B73A7E2D}">
      <dgm:prSet phldrT="[Text]"/>
      <dgm:spPr/>
      <dgm:t>
        <a:bodyPr/>
        <a:lstStyle/>
        <a:p>
          <a:r>
            <a:rPr lang="en-US" dirty="0" smtClean="0">
              <a:solidFill>
                <a:schemeClr val="bg2"/>
              </a:solidFill>
              <a:latin typeface="Britannic Bold" pitchFamily="34" charset="0"/>
            </a:rPr>
            <a:t>Working Storage Section</a:t>
          </a:r>
          <a:endParaRPr lang="en-IN" dirty="0">
            <a:solidFill>
              <a:schemeClr val="bg2"/>
            </a:solidFill>
            <a:latin typeface="Britannic Bold" pitchFamily="34" charset="0"/>
          </a:endParaRPr>
        </a:p>
      </dgm:t>
    </dgm:pt>
    <dgm:pt modelId="{53BD0D21-57B1-4A98-8C5E-8602006CA3C6}" type="parTrans" cxnId="{105D2E29-988D-4635-9B4A-E5A96078CC22}">
      <dgm:prSet/>
      <dgm:spPr/>
      <dgm:t>
        <a:bodyPr/>
        <a:lstStyle/>
        <a:p>
          <a:endParaRPr lang="en-IN">
            <a:solidFill>
              <a:schemeClr val="bg2"/>
            </a:solidFill>
            <a:latin typeface="Britannic Bold" pitchFamily="34" charset="0"/>
          </a:endParaRPr>
        </a:p>
      </dgm:t>
    </dgm:pt>
    <dgm:pt modelId="{A63862AC-75D1-46D4-B33E-C5883EC73C21}" type="sibTrans" cxnId="{105D2E29-988D-4635-9B4A-E5A96078CC22}">
      <dgm:prSet/>
      <dgm:spPr/>
      <dgm:t>
        <a:bodyPr/>
        <a:lstStyle/>
        <a:p>
          <a:endParaRPr lang="en-IN"/>
        </a:p>
      </dgm:t>
    </dgm:pt>
    <dgm:pt modelId="{B2ABCC57-669A-45F2-8823-81306147A671}">
      <dgm:prSet phldrT="[Text]"/>
      <dgm:spPr/>
      <dgm:t>
        <a:bodyPr/>
        <a:lstStyle/>
        <a:p>
          <a:r>
            <a:rPr lang="en-US" dirty="0" smtClean="0">
              <a:solidFill>
                <a:schemeClr val="bg2"/>
              </a:solidFill>
              <a:latin typeface="Britannic Bold" pitchFamily="34" charset="0"/>
            </a:rPr>
            <a:t>Message Section</a:t>
          </a:r>
          <a:endParaRPr lang="en-IN" dirty="0">
            <a:solidFill>
              <a:schemeClr val="bg2"/>
            </a:solidFill>
            <a:latin typeface="Britannic Bold" pitchFamily="34" charset="0"/>
          </a:endParaRPr>
        </a:p>
      </dgm:t>
    </dgm:pt>
    <dgm:pt modelId="{6B3DAD31-F626-459C-98EB-B2212C13C945}" type="parTrans" cxnId="{40FF053D-2F8C-427F-A256-1A267F85C24E}">
      <dgm:prSet/>
      <dgm:spPr/>
      <dgm:t>
        <a:bodyPr/>
        <a:lstStyle/>
        <a:p>
          <a:endParaRPr lang="en-IN">
            <a:solidFill>
              <a:schemeClr val="bg2"/>
            </a:solidFill>
            <a:latin typeface="Britannic Bold" pitchFamily="34" charset="0"/>
          </a:endParaRPr>
        </a:p>
      </dgm:t>
    </dgm:pt>
    <dgm:pt modelId="{712BB047-EA75-4E07-A69B-571AF6306517}" type="sibTrans" cxnId="{40FF053D-2F8C-427F-A256-1A267F85C24E}">
      <dgm:prSet/>
      <dgm:spPr/>
      <dgm:t>
        <a:bodyPr/>
        <a:lstStyle/>
        <a:p>
          <a:endParaRPr lang="en-IN"/>
        </a:p>
      </dgm:t>
    </dgm:pt>
    <dgm:pt modelId="{D263277C-A040-4606-B5D0-BE11C383CB77}">
      <dgm:prSet phldrT="[Text]"/>
      <dgm:spPr/>
      <dgm:t>
        <a:bodyPr/>
        <a:lstStyle/>
        <a:p>
          <a:r>
            <a:rPr lang="en-US" dirty="0" smtClean="0">
              <a:solidFill>
                <a:schemeClr val="bg2"/>
              </a:solidFill>
              <a:latin typeface="Britannic Bold" pitchFamily="34" charset="0"/>
            </a:rPr>
            <a:t>Environment Division</a:t>
          </a:r>
          <a:endParaRPr lang="en-IN" dirty="0">
            <a:solidFill>
              <a:schemeClr val="bg2"/>
            </a:solidFill>
            <a:latin typeface="Britannic Bold" pitchFamily="34" charset="0"/>
          </a:endParaRPr>
        </a:p>
      </dgm:t>
    </dgm:pt>
    <dgm:pt modelId="{9B550274-049C-4A98-98C9-F09D382409B0}" type="parTrans" cxnId="{A4C8F7E6-5795-4CD9-8A1A-38FDAB65AE17}">
      <dgm:prSet/>
      <dgm:spPr/>
      <dgm:t>
        <a:bodyPr/>
        <a:lstStyle/>
        <a:p>
          <a:endParaRPr lang="en-IN"/>
        </a:p>
      </dgm:t>
    </dgm:pt>
    <dgm:pt modelId="{F72E1001-B01A-4011-AE2F-5FE1113F5B30}" type="sibTrans" cxnId="{A4C8F7E6-5795-4CD9-8A1A-38FDAB65AE17}">
      <dgm:prSet/>
      <dgm:spPr/>
      <dgm:t>
        <a:bodyPr/>
        <a:lstStyle/>
        <a:p>
          <a:endParaRPr lang="en-IN"/>
        </a:p>
      </dgm:t>
    </dgm:pt>
    <dgm:pt modelId="{23C69056-2CEB-4DED-9474-43323AFDB3F1}">
      <dgm:prSet phldrT="[Text]"/>
      <dgm:spPr/>
      <dgm:t>
        <a:bodyPr/>
        <a:lstStyle/>
        <a:p>
          <a:r>
            <a:rPr lang="en-US" dirty="0" smtClean="0">
              <a:solidFill>
                <a:schemeClr val="bg2"/>
              </a:solidFill>
              <a:latin typeface="Britannic Bold" pitchFamily="34" charset="0"/>
            </a:rPr>
            <a:t>Linkage Section</a:t>
          </a:r>
          <a:endParaRPr lang="en-IN" dirty="0">
            <a:solidFill>
              <a:schemeClr val="bg2"/>
            </a:solidFill>
            <a:latin typeface="Britannic Bold" pitchFamily="34" charset="0"/>
          </a:endParaRPr>
        </a:p>
      </dgm:t>
    </dgm:pt>
    <dgm:pt modelId="{C65EDE76-EAA9-4529-84C6-E7A7863F8ED1}" type="parTrans" cxnId="{C2750690-9741-40DC-B666-F0355C6B754F}">
      <dgm:prSet/>
      <dgm:spPr/>
      <dgm:t>
        <a:bodyPr/>
        <a:lstStyle/>
        <a:p>
          <a:endParaRPr lang="en-IN">
            <a:solidFill>
              <a:schemeClr val="bg2"/>
            </a:solidFill>
            <a:latin typeface="Britannic Bold" pitchFamily="34" charset="0"/>
          </a:endParaRPr>
        </a:p>
      </dgm:t>
    </dgm:pt>
    <dgm:pt modelId="{BBFFCC8B-0775-4885-878F-72179ADE2768}" type="sibTrans" cxnId="{C2750690-9741-40DC-B666-F0355C6B754F}">
      <dgm:prSet/>
      <dgm:spPr/>
      <dgm:t>
        <a:bodyPr/>
        <a:lstStyle/>
        <a:p>
          <a:endParaRPr lang="en-IN"/>
        </a:p>
      </dgm:t>
    </dgm:pt>
    <dgm:pt modelId="{A844C2B9-FE5C-4278-A9E3-402E5E34B9CE}">
      <dgm:prSet phldrT="[Text]"/>
      <dgm:spPr/>
      <dgm:t>
        <a:bodyPr/>
        <a:lstStyle/>
        <a:p>
          <a:r>
            <a:rPr lang="en-US" dirty="0" smtClean="0">
              <a:solidFill>
                <a:schemeClr val="bg2"/>
              </a:solidFill>
              <a:latin typeface="Britannic Bold" pitchFamily="34" charset="0"/>
            </a:rPr>
            <a:t>Screen Section</a:t>
          </a:r>
          <a:endParaRPr lang="en-IN" dirty="0">
            <a:solidFill>
              <a:schemeClr val="bg2"/>
            </a:solidFill>
            <a:latin typeface="Britannic Bold" pitchFamily="34" charset="0"/>
          </a:endParaRPr>
        </a:p>
      </dgm:t>
    </dgm:pt>
    <dgm:pt modelId="{07DDD57B-4360-49F5-B4A4-AE24D1908B67}" type="parTrans" cxnId="{AC255E88-3A14-4074-A531-1B6ABD8AEA74}">
      <dgm:prSet/>
      <dgm:spPr/>
      <dgm:t>
        <a:bodyPr/>
        <a:lstStyle/>
        <a:p>
          <a:endParaRPr lang="en-IN">
            <a:solidFill>
              <a:schemeClr val="bg2"/>
            </a:solidFill>
            <a:latin typeface="Britannic Bold" pitchFamily="34" charset="0"/>
          </a:endParaRPr>
        </a:p>
      </dgm:t>
    </dgm:pt>
    <dgm:pt modelId="{E3D2538C-9042-4004-8096-0235823073C3}" type="sibTrans" cxnId="{AC255E88-3A14-4074-A531-1B6ABD8AEA74}">
      <dgm:prSet/>
      <dgm:spPr/>
      <dgm:t>
        <a:bodyPr/>
        <a:lstStyle/>
        <a:p>
          <a:endParaRPr lang="en-IN"/>
        </a:p>
      </dgm:t>
    </dgm:pt>
    <dgm:pt modelId="{B0EB0AF8-7808-4902-8A17-0BC7E58E0F6D}">
      <dgm:prSet phldrT="[Text]"/>
      <dgm:spPr/>
      <dgm:t>
        <a:bodyPr/>
        <a:lstStyle/>
        <a:p>
          <a:r>
            <a:rPr lang="en-US" dirty="0" smtClean="0">
              <a:solidFill>
                <a:schemeClr val="bg2"/>
              </a:solidFill>
              <a:latin typeface="Britannic Bold" pitchFamily="34" charset="0"/>
            </a:rPr>
            <a:t>Procedure Division</a:t>
          </a:r>
          <a:endParaRPr lang="en-IN" dirty="0">
            <a:solidFill>
              <a:schemeClr val="bg2"/>
            </a:solidFill>
            <a:latin typeface="Britannic Bold" pitchFamily="34" charset="0"/>
          </a:endParaRPr>
        </a:p>
      </dgm:t>
    </dgm:pt>
    <dgm:pt modelId="{32FE2091-064D-4A65-96D8-D6F42C7C3819}" type="parTrans" cxnId="{ED1F0F85-7E8B-40DB-8260-DB600C31FA5A}">
      <dgm:prSet/>
      <dgm:spPr/>
      <dgm:t>
        <a:bodyPr/>
        <a:lstStyle/>
        <a:p>
          <a:endParaRPr lang="en-IN"/>
        </a:p>
      </dgm:t>
    </dgm:pt>
    <dgm:pt modelId="{D75F5E95-CD1A-4B5B-94E0-1812B14CCB94}" type="sibTrans" cxnId="{ED1F0F85-7E8B-40DB-8260-DB600C31FA5A}">
      <dgm:prSet/>
      <dgm:spPr/>
      <dgm:t>
        <a:bodyPr/>
        <a:lstStyle/>
        <a:p>
          <a:endParaRPr lang="en-IN"/>
        </a:p>
      </dgm:t>
    </dgm:pt>
    <dgm:pt modelId="{F49047CF-D1CA-496C-9EB7-041A6B098BD7}">
      <dgm:prSet phldrT="[Text]"/>
      <dgm:spPr/>
      <dgm:t>
        <a:bodyPr/>
        <a:lstStyle/>
        <a:p>
          <a:r>
            <a:rPr lang="en-US" dirty="0" smtClean="0">
              <a:solidFill>
                <a:schemeClr val="bg2"/>
              </a:solidFill>
              <a:latin typeface="Britannic Bold" pitchFamily="34" charset="0"/>
            </a:rPr>
            <a:t>Structure</a:t>
          </a:r>
          <a:endParaRPr lang="en-IN" dirty="0">
            <a:solidFill>
              <a:schemeClr val="bg2"/>
            </a:solidFill>
            <a:latin typeface="Britannic Bold" pitchFamily="34" charset="0"/>
          </a:endParaRPr>
        </a:p>
      </dgm:t>
    </dgm:pt>
    <dgm:pt modelId="{CDB2B541-C48F-43AC-B6C5-41A5F0967CFE}" type="parTrans" cxnId="{4E1DB20D-9D9B-49A6-A87F-E9BFB8DA566B}">
      <dgm:prSet/>
      <dgm:spPr/>
      <dgm:t>
        <a:bodyPr/>
        <a:lstStyle/>
        <a:p>
          <a:endParaRPr lang="en-IN"/>
        </a:p>
      </dgm:t>
    </dgm:pt>
    <dgm:pt modelId="{DDAFCA66-F461-4060-9FA2-5F3F3F865DD6}" type="sibTrans" cxnId="{4E1DB20D-9D9B-49A6-A87F-E9BFB8DA566B}">
      <dgm:prSet/>
      <dgm:spPr/>
      <dgm:t>
        <a:bodyPr/>
        <a:lstStyle/>
        <a:p>
          <a:endParaRPr lang="en-IN"/>
        </a:p>
      </dgm:t>
    </dgm:pt>
    <dgm:pt modelId="{AF39836C-A77E-43BE-A46D-D71C4287C890}" type="pres">
      <dgm:prSet presAssocID="{268030CE-764A-45E7-A23F-886028478FB1}" presName="hierChild1" presStyleCnt="0">
        <dgm:presLayoutVars>
          <dgm:orgChart val="1"/>
          <dgm:chPref val="1"/>
          <dgm:dir/>
          <dgm:animOne val="branch"/>
          <dgm:animLvl val="lvl"/>
          <dgm:resizeHandles/>
        </dgm:presLayoutVars>
      </dgm:prSet>
      <dgm:spPr/>
      <dgm:t>
        <a:bodyPr/>
        <a:lstStyle/>
        <a:p>
          <a:endParaRPr lang="en-IN"/>
        </a:p>
      </dgm:t>
    </dgm:pt>
    <dgm:pt modelId="{5B747C4D-068C-470C-9DE5-A3DAD996758E}" type="pres">
      <dgm:prSet presAssocID="{F49047CF-D1CA-496C-9EB7-041A6B098BD7}" presName="hierRoot1" presStyleCnt="0">
        <dgm:presLayoutVars>
          <dgm:hierBranch val="init"/>
        </dgm:presLayoutVars>
      </dgm:prSet>
      <dgm:spPr/>
    </dgm:pt>
    <dgm:pt modelId="{C7E34851-E662-45CD-8696-953362F1FF91}" type="pres">
      <dgm:prSet presAssocID="{F49047CF-D1CA-496C-9EB7-041A6B098BD7}" presName="rootComposite1" presStyleCnt="0"/>
      <dgm:spPr/>
    </dgm:pt>
    <dgm:pt modelId="{00D1D673-BC7C-4736-9972-6E9679F67828}" type="pres">
      <dgm:prSet presAssocID="{F49047CF-D1CA-496C-9EB7-041A6B098BD7}" presName="rootText1" presStyleLbl="node0" presStyleIdx="0" presStyleCnt="1">
        <dgm:presLayoutVars>
          <dgm:chPref val="3"/>
        </dgm:presLayoutVars>
      </dgm:prSet>
      <dgm:spPr/>
      <dgm:t>
        <a:bodyPr/>
        <a:lstStyle/>
        <a:p>
          <a:endParaRPr lang="en-IN"/>
        </a:p>
      </dgm:t>
    </dgm:pt>
    <dgm:pt modelId="{AC1320F1-4574-448D-9FBD-1237DF913724}" type="pres">
      <dgm:prSet presAssocID="{F49047CF-D1CA-496C-9EB7-041A6B098BD7}" presName="rootConnector1" presStyleLbl="node1" presStyleIdx="0" presStyleCnt="0"/>
      <dgm:spPr/>
      <dgm:t>
        <a:bodyPr/>
        <a:lstStyle/>
        <a:p>
          <a:endParaRPr lang="en-IN"/>
        </a:p>
      </dgm:t>
    </dgm:pt>
    <dgm:pt modelId="{C8104795-198D-4E4B-B5FF-22063E361E4B}" type="pres">
      <dgm:prSet presAssocID="{F49047CF-D1CA-496C-9EB7-041A6B098BD7}" presName="hierChild2" presStyleCnt="0"/>
      <dgm:spPr/>
    </dgm:pt>
    <dgm:pt modelId="{E18BD753-AA4B-47EB-A8FF-D239C6871BDC}" type="pres">
      <dgm:prSet presAssocID="{CA38027E-E2C7-42F2-8895-30FEC59B4E4C}" presName="Name37" presStyleLbl="parChTrans1D2" presStyleIdx="0" presStyleCnt="4"/>
      <dgm:spPr/>
      <dgm:t>
        <a:bodyPr/>
        <a:lstStyle/>
        <a:p>
          <a:endParaRPr lang="en-IN"/>
        </a:p>
      </dgm:t>
    </dgm:pt>
    <dgm:pt modelId="{45F38734-02DC-4C15-B70F-67F9061BF143}" type="pres">
      <dgm:prSet presAssocID="{2E040308-6380-44DE-9CF5-6A746968DF1F}" presName="hierRoot2" presStyleCnt="0">
        <dgm:presLayoutVars>
          <dgm:hierBranch val="init"/>
        </dgm:presLayoutVars>
      </dgm:prSet>
      <dgm:spPr/>
    </dgm:pt>
    <dgm:pt modelId="{2807D4D3-AB93-462F-87FC-F89AA935157E}" type="pres">
      <dgm:prSet presAssocID="{2E040308-6380-44DE-9CF5-6A746968DF1F}" presName="rootComposite" presStyleCnt="0"/>
      <dgm:spPr/>
    </dgm:pt>
    <dgm:pt modelId="{C92A081F-61F8-45DC-867D-39F553558E3A}" type="pres">
      <dgm:prSet presAssocID="{2E040308-6380-44DE-9CF5-6A746968DF1F}" presName="rootText" presStyleLbl="node2" presStyleIdx="0" presStyleCnt="4">
        <dgm:presLayoutVars>
          <dgm:chPref val="3"/>
        </dgm:presLayoutVars>
      </dgm:prSet>
      <dgm:spPr/>
      <dgm:t>
        <a:bodyPr/>
        <a:lstStyle/>
        <a:p>
          <a:endParaRPr lang="en-IN"/>
        </a:p>
      </dgm:t>
    </dgm:pt>
    <dgm:pt modelId="{38D0A638-816E-4F06-B19C-975B47988D08}" type="pres">
      <dgm:prSet presAssocID="{2E040308-6380-44DE-9CF5-6A746968DF1F}" presName="rootConnector" presStyleLbl="node2" presStyleIdx="0" presStyleCnt="4"/>
      <dgm:spPr/>
      <dgm:t>
        <a:bodyPr/>
        <a:lstStyle/>
        <a:p>
          <a:endParaRPr lang="en-IN"/>
        </a:p>
      </dgm:t>
    </dgm:pt>
    <dgm:pt modelId="{D9D6299D-0345-4103-BB2D-82C0F65832E3}" type="pres">
      <dgm:prSet presAssocID="{2E040308-6380-44DE-9CF5-6A746968DF1F}" presName="hierChild4" presStyleCnt="0"/>
      <dgm:spPr/>
    </dgm:pt>
    <dgm:pt modelId="{E652426F-F6D3-46C2-95A7-8000FAD9CA8E}" type="pres">
      <dgm:prSet presAssocID="{2E040308-6380-44DE-9CF5-6A746968DF1F}" presName="hierChild5" presStyleCnt="0"/>
      <dgm:spPr/>
    </dgm:pt>
    <dgm:pt modelId="{D1CF4096-D6B9-4B25-8E35-EDCFD3D3CDF0}" type="pres">
      <dgm:prSet presAssocID="{9B550274-049C-4A98-98C9-F09D382409B0}" presName="Name37" presStyleLbl="parChTrans1D2" presStyleIdx="1" presStyleCnt="4"/>
      <dgm:spPr/>
      <dgm:t>
        <a:bodyPr/>
        <a:lstStyle/>
        <a:p>
          <a:endParaRPr lang="en-IN"/>
        </a:p>
      </dgm:t>
    </dgm:pt>
    <dgm:pt modelId="{DA58FC87-69A6-4B2C-B41B-005BB7201253}" type="pres">
      <dgm:prSet presAssocID="{D263277C-A040-4606-B5D0-BE11C383CB77}" presName="hierRoot2" presStyleCnt="0">
        <dgm:presLayoutVars>
          <dgm:hierBranch val="init"/>
        </dgm:presLayoutVars>
      </dgm:prSet>
      <dgm:spPr/>
    </dgm:pt>
    <dgm:pt modelId="{FF5B84C5-789D-42C0-8747-0266192A6393}" type="pres">
      <dgm:prSet presAssocID="{D263277C-A040-4606-B5D0-BE11C383CB77}" presName="rootComposite" presStyleCnt="0"/>
      <dgm:spPr/>
    </dgm:pt>
    <dgm:pt modelId="{F6BA9EBF-2015-4651-B770-BCCC595CDFB1}" type="pres">
      <dgm:prSet presAssocID="{D263277C-A040-4606-B5D0-BE11C383CB77}" presName="rootText" presStyleLbl="node2" presStyleIdx="1" presStyleCnt="4">
        <dgm:presLayoutVars>
          <dgm:chPref val="3"/>
        </dgm:presLayoutVars>
      </dgm:prSet>
      <dgm:spPr/>
      <dgm:t>
        <a:bodyPr/>
        <a:lstStyle/>
        <a:p>
          <a:endParaRPr lang="en-IN"/>
        </a:p>
      </dgm:t>
    </dgm:pt>
    <dgm:pt modelId="{DB2524A8-4883-4F2C-8B14-1F9B40124A3A}" type="pres">
      <dgm:prSet presAssocID="{D263277C-A040-4606-B5D0-BE11C383CB77}" presName="rootConnector" presStyleLbl="node2" presStyleIdx="1" presStyleCnt="4"/>
      <dgm:spPr/>
      <dgm:t>
        <a:bodyPr/>
        <a:lstStyle/>
        <a:p>
          <a:endParaRPr lang="en-IN"/>
        </a:p>
      </dgm:t>
    </dgm:pt>
    <dgm:pt modelId="{712DDD5C-EAC2-4888-A279-080F842E1803}" type="pres">
      <dgm:prSet presAssocID="{D263277C-A040-4606-B5D0-BE11C383CB77}" presName="hierChild4" presStyleCnt="0"/>
      <dgm:spPr/>
    </dgm:pt>
    <dgm:pt modelId="{55CA4C3A-47BE-43CC-BB18-0CF667C33095}" type="pres">
      <dgm:prSet presAssocID="{FD0BCE44-B530-44E1-9A09-5D3B10D9FA19}" presName="Name37" presStyleLbl="parChTrans1D3" presStyleIdx="0" presStyleCnt="6"/>
      <dgm:spPr/>
      <dgm:t>
        <a:bodyPr/>
        <a:lstStyle/>
        <a:p>
          <a:endParaRPr lang="en-IN"/>
        </a:p>
      </dgm:t>
    </dgm:pt>
    <dgm:pt modelId="{DC9C8E9D-7E7D-4566-B25B-BBDBFF4BBABC}" type="pres">
      <dgm:prSet presAssocID="{165D5694-C25B-43B5-8E9D-01F99276C1CF}" presName="hierRoot2" presStyleCnt="0">
        <dgm:presLayoutVars>
          <dgm:hierBranch val="init"/>
        </dgm:presLayoutVars>
      </dgm:prSet>
      <dgm:spPr/>
    </dgm:pt>
    <dgm:pt modelId="{FFF86A23-0834-4BB0-A6A8-A41FBC6B72AB}" type="pres">
      <dgm:prSet presAssocID="{165D5694-C25B-43B5-8E9D-01F99276C1CF}" presName="rootComposite" presStyleCnt="0"/>
      <dgm:spPr/>
    </dgm:pt>
    <dgm:pt modelId="{78954717-D1EC-4EB0-9B19-D6AAF5277474}" type="pres">
      <dgm:prSet presAssocID="{165D5694-C25B-43B5-8E9D-01F99276C1CF}" presName="rootText" presStyleLbl="node3" presStyleIdx="0" presStyleCnt="6">
        <dgm:presLayoutVars>
          <dgm:chPref val="3"/>
        </dgm:presLayoutVars>
      </dgm:prSet>
      <dgm:spPr/>
      <dgm:t>
        <a:bodyPr/>
        <a:lstStyle/>
        <a:p>
          <a:endParaRPr lang="en-IN"/>
        </a:p>
      </dgm:t>
    </dgm:pt>
    <dgm:pt modelId="{6609A9A6-D87B-4A9E-9F4F-DDC911906B10}" type="pres">
      <dgm:prSet presAssocID="{165D5694-C25B-43B5-8E9D-01F99276C1CF}" presName="rootConnector" presStyleLbl="node3" presStyleIdx="0" presStyleCnt="6"/>
      <dgm:spPr/>
      <dgm:t>
        <a:bodyPr/>
        <a:lstStyle/>
        <a:p>
          <a:endParaRPr lang="en-IN"/>
        </a:p>
      </dgm:t>
    </dgm:pt>
    <dgm:pt modelId="{0FAA1FE1-732D-405A-832A-97E5DF3E6CBF}" type="pres">
      <dgm:prSet presAssocID="{165D5694-C25B-43B5-8E9D-01F99276C1CF}" presName="hierChild4" presStyleCnt="0"/>
      <dgm:spPr/>
    </dgm:pt>
    <dgm:pt modelId="{079B79B8-DCF2-43F0-8C10-5320A66F165B}" type="pres">
      <dgm:prSet presAssocID="{165D5694-C25B-43B5-8E9D-01F99276C1CF}" presName="hierChild5" presStyleCnt="0"/>
      <dgm:spPr/>
    </dgm:pt>
    <dgm:pt modelId="{C1DA282B-9D57-438E-AECC-F1A38FA63D3D}" type="pres">
      <dgm:prSet presAssocID="{761C4055-93CE-4021-A2C1-1348C6949515}" presName="Name37" presStyleLbl="parChTrans1D3" presStyleIdx="1" presStyleCnt="6"/>
      <dgm:spPr/>
      <dgm:t>
        <a:bodyPr/>
        <a:lstStyle/>
        <a:p>
          <a:endParaRPr lang="en-IN"/>
        </a:p>
      </dgm:t>
    </dgm:pt>
    <dgm:pt modelId="{E2873B65-102C-436A-B475-64FD40B989B5}" type="pres">
      <dgm:prSet presAssocID="{58F98371-F900-4936-A663-44860A472BD7}" presName="hierRoot2" presStyleCnt="0">
        <dgm:presLayoutVars>
          <dgm:hierBranch val="init"/>
        </dgm:presLayoutVars>
      </dgm:prSet>
      <dgm:spPr/>
    </dgm:pt>
    <dgm:pt modelId="{89FFF70B-A4FC-4F5E-8B44-4B28E171C674}" type="pres">
      <dgm:prSet presAssocID="{58F98371-F900-4936-A663-44860A472BD7}" presName="rootComposite" presStyleCnt="0"/>
      <dgm:spPr/>
    </dgm:pt>
    <dgm:pt modelId="{1B641CC6-9A99-499C-88B9-86587DB3A008}" type="pres">
      <dgm:prSet presAssocID="{58F98371-F900-4936-A663-44860A472BD7}" presName="rootText" presStyleLbl="node3" presStyleIdx="1" presStyleCnt="6">
        <dgm:presLayoutVars>
          <dgm:chPref val="3"/>
        </dgm:presLayoutVars>
      </dgm:prSet>
      <dgm:spPr/>
      <dgm:t>
        <a:bodyPr/>
        <a:lstStyle/>
        <a:p>
          <a:endParaRPr lang="en-IN"/>
        </a:p>
      </dgm:t>
    </dgm:pt>
    <dgm:pt modelId="{E2F5652A-7E42-4C0F-A952-419BBA6E986D}" type="pres">
      <dgm:prSet presAssocID="{58F98371-F900-4936-A663-44860A472BD7}" presName="rootConnector" presStyleLbl="node3" presStyleIdx="1" presStyleCnt="6"/>
      <dgm:spPr/>
      <dgm:t>
        <a:bodyPr/>
        <a:lstStyle/>
        <a:p>
          <a:endParaRPr lang="en-IN"/>
        </a:p>
      </dgm:t>
    </dgm:pt>
    <dgm:pt modelId="{1305CF1E-4469-4B2C-A0E1-2FAD41959493}" type="pres">
      <dgm:prSet presAssocID="{58F98371-F900-4936-A663-44860A472BD7}" presName="hierChild4" presStyleCnt="0"/>
      <dgm:spPr/>
    </dgm:pt>
    <dgm:pt modelId="{9D942A7D-2632-4FB7-BB51-4F9E623A5D56}" type="pres">
      <dgm:prSet presAssocID="{58F98371-F900-4936-A663-44860A472BD7}" presName="hierChild5" presStyleCnt="0"/>
      <dgm:spPr/>
    </dgm:pt>
    <dgm:pt modelId="{AA6CF7DF-64D1-4B86-AA1E-7E134A284C5A}" type="pres">
      <dgm:prSet presAssocID="{D263277C-A040-4606-B5D0-BE11C383CB77}" presName="hierChild5" presStyleCnt="0"/>
      <dgm:spPr/>
    </dgm:pt>
    <dgm:pt modelId="{64F4245C-9F9E-424D-8A87-FA14556AF41D}" type="pres">
      <dgm:prSet presAssocID="{BCAC79F4-5E0D-49AD-AEB5-301376DF802E}" presName="Name37" presStyleLbl="parChTrans1D2" presStyleIdx="2" presStyleCnt="4"/>
      <dgm:spPr/>
      <dgm:t>
        <a:bodyPr/>
        <a:lstStyle/>
        <a:p>
          <a:endParaRPr lang="en-IN"/>
        </a:p>
      </dgm:t>
    </dgm:pt>
    <dgm:pt modelId="{7DB9B40A-BB29-4511-B643-B89C7431C0E2}" type="pres">
      <dgm:prSet presAssocID="{BF07D4A4-71D8-4DE9-B913-07930DF92D75}" presName="hierRoot2" presStyleCnt="0">
        <dgm:presLayoutVars>
          <dgm:hierBranch val="init"/>
        </dgm:presLayoutVars>
      </dgm:prSet>
      <dgm:spPr/>
    </dgm:pt>
    <dgm:pt modelId="{BFDBFBAE-2CB3-4A23-A0FB-0826165CE6DB}" type="pres">
      <dgm:prSet presAssocID="{BF07D4A4-71D8-4DE9-B913-07930DF92D75}" presName="rootComposite" presStyleCnt="0"/>
      <dgm:spPr/>
    </dgm:pt>
    <dgm:pt modelId="{00A81A00-4C22-49F7-BA2C-9CDFE643C399}" type="pres">
      <dgm:prSet presAssocID="{BF07D4A4-71D8-4DE9-B913-07930DF92D75}" presName="rootText" presStyleLbl="node2" presStyleIdx="2" presStyleCnt="4">
        <dgm:presLayoutVars>
          <dgm:chPref val="3"/>
        </dgm:presLayoutVars>
      </dgm:prSet>
      <dgm:spPr/>
      <dgm:t>
        <a:bodyPr/>
        <a:lstStyle/>
        <a:p>
          <a:endParaRPr lang="en-IN"/>
        </a:p>
      </dgm:t>
    </dgm:pt>
    <dgm:pt modelId="{91438541-D042-4BF8-8807-C2EA505A8290}" type="pres">
      <dgm:prSet presAssocID="{BF07D4A4-71D8-4DE9-B913-07930DF92D75}" presName="rootConnector" presStyleLbl="node2" presStyleIdx="2" presStyleCnt="4"/>
      <dgm:spPr/>
      <dgm:t>
        <a:bodyPr/>
        <a:lstStyle/>
        <a:p>
          <a:endParaRPr lang="en-IN"/>
        </a:p>
      </dgm:t>
    </dgm:pt>
    <dgm:pt modelId="{05C53B5B-4A28-4C23-90C7-67E0ECAD48F2}" type="pres">
      <dgm:prSet presAssocID="{BF07D4A4-71D8-4DE9-B913-07930DF92D75}" presName="hierChild4" presStyleCnt="0"/>
      <dgm:spPr/>
    </dgm:pt>
    <dgm:pt modelId="{CD024767-90BD-47E5-9177-3473A762F249}" type="pres">
      <dgm:prSet presAssocID="{53BD0D21-57B1-4A98-8C5E-8602006CA3C6}" presName="Name37" presStyleLbl="parChTrans1D3" presStyleIdx="2" presStyleCnt="6"/>
      <dgm:spPr/>
      <dgm:t>
        <a:bodyPr/>
        <a:lstStyle/>
        <a:p>
          <a:endParaRPr lang="en-IN"/>
        </a:p>
      </dgm:t>
    </dgm:pt>
    <dgm:pt modelId="{5E9445D1-7ADD-4370-B618-1CA355D61F5E}" type="pres">
      <dgm:prSet presAssocID="{B1ED6A61-28EC-44DF-9518-C384B73A7E2D}" presName="hierRoot2" presStyleCnt="0">
        <dgm:presLayoutVars>
          <dgm:hierBranch val="init"/>
        </dgm:presLayoutVars>
      </dgm:prSet>
      <dgm:spPr/>
    </dgm:pt>
    <dgm:pt modelId="{F1ED8DBD-5F82-44D6-9A4C-6D67ADC0000F}" type="pres">
      <dgm:prSet presAssocID="{B1ED6A61-28EC-44DF-9518-C384B73A7E2D}" presName="rootComposite" presStyleCnt="0"/>
      <dgm:spPr/>
    </dgm:pt>
    <dgm:pt modelId="{38181D3B-AAE4-401A-9040-5D468580A9F9}" type="pres">
      <dgm:prSet presAssocID="{B1ED6A61-28EC-44DF-9518-C384B73A7E2D}" presName="rootText" presStyleLbl="node3" presStyleIdx="2" presStyleCnt="6">
        <dgm:presLayoutVars>
          <dgm:chPref val="3"/>
        </dgm:presLayoutVars>
      </dgm:prSet>
      <dgm:spPr/>
      <dgm:t>
        <a:bodyPr/>
        <a:lstStyle/>
        <a:p>
          <a:endParaRPr lang="en-IN"/>
        </a:p>
      </dgm:t>
    </dgm:pt>
    <dgm:pt modelId="{268CA082-1449-4529-8813-2CD9A4A416B8}" type="pres">
      <dgm:prSet presAssocID="{B1ED6A61-28EC-44DF-9518-C384B73A7E2D}" presName="rootConnector" presStyleLbl="node3" presStyleIdx="2" presStyleCnt="6"/>
      <dgm:spPr/>
      <dgm:t>
        <a:bodyPr/>
        <a:lstStyle/>
        <a:p>
          <a:endParaRPr lang="en-IN"/>
        </a:p>
      </dgm:t>
    </dgm:pt>
    <dgm:pt modelId="{F25BD399-48CB-4316-990F-31A419E122C2}" type="pres">
      <dgm:prSet presAssocID="{B1ED6A61-28EC-44DF-9518-C384B73A7E2D}" presName="hierChild4" presStyleCnt="0"/>
      <dgm:spPr/>
    </dgm:pt>
    <dgm:pt modelId="{09C38C38-D085-4392-A5AB-0D86257F24DF}" type="pres">
      <dgm:prSet presAssocID="{B1ED6A61-28EC-44DF-9518-C384B73A7E2D}" presName="hierChild5" presStyleCnt="0"/>
      <dgm:spPr/>
    </dgm:pt>
    <dgm:pt modelId="{C2ED52FD-1D12-4399-87BE-E8D51184A6E0}" type="pres">
      <dgm:prSet presAssocID="{C65EDE76-EAA9-4529-84C6-E7A7863F8ED1}" presName="Name37" presStyleLbl="parChTrans1D3" presStyleIdx="3" presStyleCnt="6"/>
      <dgm:spPr/>
      <dgm:t>
        <a:bodyPr/>
        <a:lstStyle/>
        <a:p>
          <a:endParaRPr lang="en-IN"/>
        </a:p>
      </dgm:t>
    </dgm:pt>
    <dgm:pt modelId="{28CD2AAF-02CC-48BC-A149-F4A84E69DD9D}" type="pres">
      <dgm:prSet presAssocID="{23C69056-2CEB-4DED-9474-43323AFDB3F1}" presName="hierRoot2" presStyleCnt="0">
        <dgm:presLayoutVars>
          <dgm:hierBranch val="init"/>
        </dgm:presLayoutVars>
      </dgm:prSet>
      <dgm:spPr/>
    </dgm:pt>
    <dgm:pt modelId="{28928949-74D4-4201-8E20-FF5E1C05032A}" type="pres">
      <dgm:prSet presAssocID="{23C69056-2CEB-4DED-9474-43323AFDB3F1}" presName="rootComposite" presStyleCnt="0"/>
      <dgm:spPr/>
    </dgm:pt>
    <dgm:pt modelId="{8CBEF4F9-13B7-48EA-B9C5-2B24D549C9D1}" type="pres">
      <dgm:prSet presAssocID="{23C69056-2CEB-4DED-9474-43323AFDB3F1}" presName="rootText" presStyleLbl="node3" presStyleIdx="3" presStyleCnt="6">
        <dgm:presLayoutVars>
          <dgm:chPref val="3"/>
        </dgm:presLayoutVars>
      </dgm:prSet>
      <dgm:spPr/>
      <dgm:t>
        <a:bodyPr/>
        <a:lstStyle/>
        <a:p>
          <a:endParaRPr lang="en-IN"/>
        </a:p>
      </dgm:t>
    </dgm:pt>
    <dgm:pt modelId="{49E2098F-210E-4C1F-B5CE-F653BE2E9F7A}" type="pres">
      <dgm:prSet presAssocID="{23C69056-2CEB-4DED-9474-43323AFDB3F1}" presName="rootConnector" presStyleLbl="node3" presStyleIdx="3" presStyleCnt="6"/>
      <dgm:spPr/>
      <dgm:t>
        <a:bodyPr/>
        <a:lstStyle/>
        <a:p>
          <a:endParaRPr lang="en-IN"/>
        </a:p>
      </dgm:t>
    </dgm:pt>
    <dgm:pt modelId="{348246B8-94D8-495E-A79D-7E2C963CB5B1}" type="pres">
      <dgm:prSet presAssocID="{23C69056-2CEB-4DED-9474-43323AFDB3F1}" presName="hierChild4" presStyleCnt="0"/>
      <dgm:spPr/>
    </dgm:pt>
    <dgm:pt modelId="{F6271D50-2C66-4937-A3EE-D623CAA2481D}" type="pres">
      <dgm:prSet presAssocID="{23C69056-2CEB-4DED-9474-43323AFDB3F1}" presName="hierChild5" presStyleCnt="0"/>
      <dgm:spPr/>
    </dgm:pt>
    <dgm:pt modelId="{D2FF441A-4E30-4403-9F3B-A30A4E72485B}" type="pres">
      <dgm:prSet presAssocID="{07DDD57B-4360-49F5-B4A4-AE24D1908B67}" presName="Name37" presStyleLbl="parChTrans1D3" presStyleIdx="4" presStyleCnt="6"/>
      <dgm:spPr/>
      <dgm:t>
        <a:bodyPr/>
        <a:lstStyle/>
        <a:p>
          <a:endParaRPr lang="en-IN"/>
        </a:p>
      </dgm:t>
    </dgm:pt>
    <dgm:pt modelId="{0428041C-1230-4E6D-8263-F0D99A6447EC}" type="pres">
      <dgm:prSet presAssocID="{A844C2B9-FE5C-4278-A9E3-402E5E34B9CE}" presName="hierRoot2" presStyleCnt="0">
        <dgm:presLayoutVars>
          <dgm:hierBranch val="init"/>
        </dgm:presLayoutVars>
      </dgm:prSet>
      <dgm:spPr/>
    </dgm:pt>
    <dgm:pt modelId="{378ED241-3E11-47CF-8E2B-4682452DFB87}" type="pres">
      <dgm:prSet presAssocID="{A844C2B9-FE5C-4278-A9E3-402E5E34B9CE}" presName="rootComposite" presStyleCnt="0"/>
      <dgm:spPr/>
    </dgm:pt>
    <dgm:pt modelId="{6C44545A-E0E5-4DCF-B625-931CCE7DF08D}" type="pres">
      <dgm:prSet presAssocID="{A844C2B9-FE5C-4278-A9E3-402E5E34B9CE}" presName="rootText" presStyleLbl="node3" presStyleIdx="4" presStyleCnt="6">
        <dgm:presLayoutVars>
          <dgm:chPref val="3"/>
        </dgm:presLayoutVars>
      </dgm:prSet>
      <dgm:spPr/>
      <dgm:t>
        <a:bodyPr/>
        <a:lstStyle/>
        <a:p>
          <a:endParaRPr lang="en-IN"/>
        </a:p>
      </dgm:t>
    </dgm:pt>
    <dgm:pt modelId="{8B77C203-B44B-4400-9CBB-13C2C919BE85}" type="pres">
      <dgm:prSet presAssocID="{A844C2B9-FE5C-4278-A9E3-402E5E34B9CE}" presName="rootConnector" presStyleLbl="node3" presStyleIdx="4" presStyleCnt="6"/>
      <dgm:spPr/>
      <dgm:t>
        <a:bodyPr/>
        <a:lstStyle/>
        <a:p>
          <a:endParaRPr lang="en-IN"/>
        </a:p>
      </dgm:t>
    </dgm:pt>
    <dgm:pt modelId="{4624BB12-AC95-4590-8101-FB476716E7CC}" type="pres">
      <dgm:prSet presAssocID="{A844C2B9-FE5C-4278-A9E3-402E5E34B9CE}" presName="hierChild4" presStyleCnt="0"/>
      <dgm:spPr/>
    </dgm:pt>
    <dgm:pt modelId="{579145A8-6535-47EE-85FF-3560C3529441}" type="pres">
      <dgm:prSet presAssocID="{A844C2B9-FE5C-4278-A9E3-402E5E34B9CE}" presName="hierChild5" presStyleCnt="0"/>
      <dgm:spPr/>
    </dgm:pt>
    <dgm:pt modelId="{31058E8C-38D6-4CC4-8E99-8E508CF3C8B1}" type="pres">
      <dgm:prSet presAssocID="{6B3DAD31-F626-459C-98EB-B2212C13C945}" presName="Name37" presStyleLbl="parChTrans1D3" presStyleIdx="5" presStyleCnt="6"/>
      <dgm:spPr/>
      <dgm:t>
        <a:bodyPr/>
        <a:lstStyle/>
        <a:p>
          <a:endParaRPr lang="en-IN"/>
        </a:p>
      </dgm:t>
    </dgm:pt>
    <dgm:pt modelId="{FCB7EBE4-C24D-4DFF-98F8-942A243DF364}" type="pres">
      <dgm:prSet presAssocID="{B2ABCC57-669A-45F2-8823-81306147A671}" presName="hierRoot2" presStyleCnt="0">
        <dgm:presLayoutVars>
          <dgm:hierBranch val="init"/>
        </dgm:presLayoutVars>
      </dgm:prSet>
      <dgm:spPr/>
    </dgm:pt>
    <dgm:pt modelId="{2404B708-97FF-4312-9346-044645AE61C3}" type="pres">
      <dgm:prSet presAssocID="{B2ABCC57-669A-45F2-8823-81306147A671}" presName="rootComposite" presStyleCnt="0"/>
      <dgm:spPr/>
    </dgm:pt>
    <dgm:pt modelId="{5F72C6A3-7255-4ABC-AA7D-FCA8441B3175}" type="pres">
      <dgm:prSet presAssocID="{B2ABCC57-669A-45F2-8823-81306147A671}" presName="rootText" presStyleLbl="node3" presStyleIdx="5" presStyleCnt="6">
        <dgm:presLayoutVars>
          <dgm:chPref val="3"/>
        </dgm:presLayoutVars>
      </dgm:prSet>
      <dgm:spPr/>
      <dgm:t>
        <a:bodyPr/>
        <a:lstStyle/>
        <a:p>
          <a:endParaRPr lang="en-IN"/>
        </a:p>
      </dgm:t>
    </dgm:pt>
    <dgm:pt modelId="{4E93EDD5-3534-47CE-9D95-0B8354C79286}" type="pres">
      <dgm:prSet presAssocID="{B2ABCC57-669A-45F2-8823-81306147A671}" presName="rootConnector" presStyleLbl="node3" presStyleIdx="5" presStyleCnt="6"/>
      <dgm:spPr/>
      <dgm:t>
        <a:bodyPr/>
        <a:lstStyle/>
        <a:p>
          <a:endParaRPr lang="en-IN"/>
        </a:p>
      </dgm:t>
    </dgm:pt>
    <dgm:pt modelId="{37D27200-8A16-4AEB-9B98-A916B6DA7434}" type="pres">
      <dgm:prSet presAssocID="{B2ABCC57-669A-45F2-8823-81306147A671}" presName="hierChild4" presStyleCnt="0"/>
      <dgm:spPr/>
    </dgm:pt>
    <dgm:pt modelId="{FE5724A9-3343-416B-98A1-156375E84E22}" type="pres">
      <dgm:prSet presAssocID="{B2ABCC57-669A-45F2-8823-81306147A671}" presName="hierChild5" presStyleCnt="0"/>
      <dgm:spPr/>
    </dgm:pt>
    <dgm:pt modelId="{EDFCF8C3-A817-4B37-92F0-5F0C4845AE0B}" type="pres">
      <dgm:prSet presAssocID="{BF07D4A4-71D8-4DE9-B913-07930DF92D75}" presName="hierChild5" presStyleCnt="0"/>
      <dgm:spPr/>
    </dgm:pt>
    <dgm:pt modelId="{8F6843FE-9AB5-4133-8DCE-8B3D6B1CBA34}" type="pres">
      <dgm:prSet presAssocID="{32FE2091-064D-4A65-96D8-D6F42C7C3819}" presName="Name37" presStyleLbl="parChTrans1D2" presStyleIdx="3" presStyleCnt="4"/>
      <dgm:spPr/>
      <dgm:t>
        <a:bodyPr/>
        <a:lstStyle/>
        <a:p>
          <a:endParaRPr lang="en-IN"/>
        </a:p>
      </dgm:t>
    </dgm:pt>
    <dgm:pt modelId="{DD35568F-720C-483D-81D8-B19682F3474B}" type="pres">
      <dgm:prSet presAssocID="{B0EB0AF8-7808-4902-8A17-0BC7E58E0F6D}" presName="hierRoot2" presStyleCnt="0">
        <dgm:presLayoutVars>
          <dgm:hierBranch val="init"/>
        </dgm:presLayoutVars>
      </dgm:prSet>
      <dgm:spPr/>
    </dgm:pt>
    <dgm:pt modelId="{D23C1974-0F6B-4DEA-8952-D96624F8537F}" type="pres">
      <dgm:prSet presAssocID="{B0EB0AF8-7808-4902-8A17-0BC7E58E0F6D}" presName="rootComposite" presStyleCnt="0"/>
      <dgm:spPr/>
    </dgm:pt>
    <dgm:pt modelId="{F4A4E3FA-96E8-46C9-B4F5-44CE298CC84E}" type="pres">
      <dgm:prSet presAssocID="{B0EB0AF8-7808-4902-8A17-0BC7E58E0F6D}" presName="rootText" presStyleLbl="node2" presStyleIdx="3" presStyleCnt="4">
        <dgm:presLayoutVars>
          <dgm:chPref val="3"/>
        </dgm:presLayoutVars>
      </dgm:prSet>
      <dgm:spPr/>
      <dgm:t>
        <a:bodyPr/>
        <a:lstStyle/>
        <a:p>
          <a:endParaRPr lang="en-IN"/>
        </a:p>
      </dgm:t>
    </dgm:pt>
    <dgm:pt modelId="{C2B5CB4F-B74B-44AC-A79B-D695988B7775}" type="pres">
      <dgm:prSet presAssocID="{B0EB0AF8-7808-4902-8A17-0BC7E58E0F6D}" presName="rootConnector" presStyleLbl="node2" presStyleIdx="3" presStyleCnt="4"/>
      <dgm:spPr/>
      <dgm:t>
        <a:bodyPr/>
        <a:lstStyle/>
        <a:p>
          <a:endParaRPr lang="en-IN"/>
        </a:p>
      </dgm:t>
    </dgm:pt>
    <dgm:pt modelId="{BFC42AEE-58EC-4BF3-9C2E-25E7B1BE1735}" type="pres">
      <dgm:prSet presAssocID="{B0EB0AF8-7808-4902-8A17-0BC7E58E0F6D}" presName="hierChild4" presStyleCnt="0"/>
      <dgm:spPr/>
    </dgm:pt>
    <dgm:pt modelId="{39390CB8-A60B-4AD9-B451-1BAEB01B5C19}" type="pres">
      <dgm:prSet presAssocID="{B0EB0AF8-7808-4902-8A17-0BC7E58E0F6D}" presName="hierChild5" presStyleCnt="0"/>
      <dgm:spPr/>
    </dgm:pt>
    <dgm:pt modelId="{901A904D-4087-4C10-B047-5F7315E08B20}" type="pres">
      <dgm:prSet presAssocID="{F49047CF-D1CA-496C-9EB7-041A6B098BD7}" presName="hierChild3" presStyleCnt="0"/>
      <dgm:spPr/>
    </dgm:pt>
  </dgm:ptLst>
  <dgm:cxnLst>
    <dgm:cxn modelId="{56E83E2A-8A39-4E97-8F58-8076A08482B3}" type="presOf" srcId="{B0EB0AF8-7808-4902-8A17-0BC7E58E0F6D}" destId="{F4A4E3FA-96E8-46C9-B4F5-44CE298CC84E}" srcOrd="0" destOrd="0" presId="urn:microsoft.com/office/officeart/2005/8/layout/orgChart1"/>
    <dgm:cxn modelId="{962ADDE3-82C4-4193-AD7C-3484F9F0E26E}" type="presOf" srcId="{9B550274-049C-4A98-98C9-F09D382409B0}" destId="{D1CF4096-D6B9-4B25-8E35-EDCFD3D3CDF0}" srcOrd="0" destOrd="0" presId="urn:microsoft.com/office/officeart/2005/8/layout/orgChart1"/>
    <dgm:cxn modelId="{1FD3E36E-5940-4B2F-9727-D83A0D19EBC8}" type="presOf" srcId="{23C69056-2CEB-4DED-9474-43323AFDB3F1}" destId="{8CBEF4F9-13B7-48EA-B9C5-2B24D549C9D1}" srcOrd="0" destOrd="0" presId="urn:microsoft.com/office/officeart/2005/8/layout/orgChart1"/>
    <dgm:cxn modelId="{E01AF3A7-F88B-47FF-B25E-702202606C8D}" srcId="{D263277C-A040-4606-B5D0-BE11C383CB77}" destId="{58F98371-F900-4936-A663-44860A472BD7}" srcOrd="1" destOrd="0" parTransId="{761C4055-93CE-4021-A2C1-1348C6949515}" sibTransId="{D16894E2-BE53-4B71-9908-074BBB827F1D}"/>
    <dgm:cxn modelId="{B7A7F438-3643-4F51-8AD2-3C5EC57A2728}" type="presOf" srcId="{B2ABCC57-669A-45F2-8823-81306147A671}" destId="{5F72C6A3-7255-4ABC-AA7D-FCA8441B3175}" srcOrd="0" destOrd="0" presId="urn:microsoft.com/office/officeart/2005/8/layout/orgChart1"/>
    <dgm:cxn modelId="{689D1A16-DB7B-4B55-825F-7055993C5DEE}" type="presOf" srcId="{23C69056-2CEB-4DED-9474-43323AFDB3F1}" destId="{49E2098F-210E-4C1F-B5CE-F653BE2E9F7A}" srcOrd="1" destOrd="0" presId="urn:microsoft.com/office/officeart/2005/8/layout/orgChart1"/>
    <dgm:cxn modelId="{DFE3026C-FD63-4762-9F33-38FE034561A8}" type="presOf" srcId="{F49047CF-D1CA-496C-9EB7-041A6B098BD7}" destId="{AC1320F1-4574-448D-9FBD-1237DF913724}" srcOrd="1" destOrd="0" presId="urn:microsoft.com/office/officeart/2005/8/layout/orgChart1"/>
    <dgm:cxn modelId="{E51CEF04-1D8D-441A-AAB8-E745A356A2B2}" type="presOf" srcId="{165D5694-C25B-43B5-8E9D-01F99276C1CF}" destId="{6609A9A6-D87B-4A9E-9F4F-DDC911906B10}" srcOrd="1" destOrd="0" presId="urn:microsoft.com/office/officeart/2005/8/layout/orgChart1"/>
    <dgm:cxn modelId="{C2750690-9741-40DC-B666-F0355C6B754F}" srcId="{BF07D4A4-71D8-4DE9-B913-07930DF92D75}" destId="{23C69056-2CEB-4DED-9474-43323AFDB3F1}" srcOrd="1" destOrd="0" parTransId="{C65EDE76-EAA9-4529-84C6-E7A7863F8ED1}" sibTransId="{BBFFCC8B-0775-4885-878F-72179ADE2768}"/>
    <dgm:cxn modelId="{30439C46-BAF0-43C4-98F1-C48BC7332D98}" type="presOf" srcId="{2E040308-6380-44DE-9CF5-6A746968DF1F}" destId="{38D0A638-816E-4F06-B19C-975B47988D08}" srcOrd="1" destOrd="0" presId="urn:microsoft.com/office/officeart/2005/8/layout/orgChart1"/>
    <dgm:cxn modelId="{4A83C0AD-89E2-44CF-9508-176A4EC275D3}" type="presOf" srcId="{F49047CF-D1CA-496C-9EB7-041A6B098BD7}" destId="{00D1D673-BC7C-4736-9972-6E9679F67828}" srcOrd="0" destOrd="0" presId="urn:microsoft.com/office/officeart/2005/8/layout/orgChart1"/>
    <dgm:cxn modelId="{EAC1F540-A90B-427A-B806-9665B7C55C8F}" type="presOf" srcId="{D263277C-A040-4606-B5D0-BE11C383CB77}" destId="{DB2524A8-4883-4F2C-8B14-1F9B40124A3A}" srcOrd="1" destOrd="0" presId="urn:microsoft.com/office/officeart/2005/8/layout/orgChart1"/>
    <dgm:cxn modelId="{ED1F0F85-7E8B-40DB-8260-DB600C31FA5A}" srcId="{F49047CF-D1CA-496C-9EB7-041A6B098BD7}" destId="{B0EB0AF8-7808-4902-8A17-0BC7E58E0F6D}" srcOrd="3" destOrd="0" parTransId="{32FE2091-064D-4A65-96D8-D6F42C7C3819}" sibTransId="{D75F5E95-CD1A-4B5B-94E0-1812B14CCB94}"/>
    <dgm:cxn modelId="{996C5961-F266-446F-8A83-A048644145C9}" type="presOf" srcId="{2E040308-6380-44DE-9CF5-6A746968DF1F}" destId="{C92A081F-61F8-45DC-867D-39F553558E3A}" srcOrd="0" destOrd="0" presId="urn:microsoft.com/office/officeart/2005/8/layout/orgChart1"/>
    <dgm:cxn modelId="{37DB632A-0C74-4152-B353-71DD3B42406D}" type="presOf" srcId="{B2ABCC57-669A-45F2-8823-81306147A671}" destId="{4E93EDD5-3534-47CE-9D95-0B8354C79286}" srcOrd="1" destOrd="0" presId="urn:microsoft.com/office/officeart/2005/8/layout/orgChart1"/>
    <dgm:cxn modelId="{8DAB5D42-8BAA-4BFD-B923-C5AC99879B4D}" type="presOf" srcId="{07DDD57B-4360-49F5-B4A4-AE24D1908B67}" destId="{D2FF441A-4E30-4403-9F3B-A30A4E72485B}" srcOrd="0" destOrd="0" presId="urn:microsoft.com/office/officeart/2005/8/layout/orgChart1"/>
    <dgm:cxn modelId="{0A840632-1F88-45F3-B77D-DA9281D4DC69}" type="presOf" srcId="{B1ED6A61-28EC-44DF-9518-C384B73A7E2D}" destId="{38181D3B-AAE4-401A-9040-5D468580A9F9}" srcOrd="0" destOrd="0" presId="urn:microsoft.com/office/officeart/2005/8/layout/orgChart1"/>
    <dgm:cxn modelId="{C433F937-9CF3-47EB-98E5-46A36122FAE9}" type="presOf" srcId="{BF07D4A4-71D8-4DE9-B913-07930DF92D75}" destId="{91438541-D042-4BF8-8807-C2EA505A8290}" srcOrd="1" destOrd="0" presId="urn:microsoft.com/office/officeart/2005/8/layout/orgChart1"/>
    <dgm:cxn modelId="{A4C8F7E6-5795-4CD9-8A1A-38FDAB65AE17}" srcId="{F49047CF-D1CA-496C-9EB7-041A6B098BD7}" destId="{D263277C-A040-4606-B5D0-BE11C383CB77}" srcOrd="1" destOrd="0" parTransId="{9B550274-049C-4A98-98C9-F09D382409B0}" sibTransId="{F72E1001-B01A-4011-AE2F-5FE1113F5B30}"/>
    <dgm:cxn modelId="{50ABF803-C9E6-4541-8B7D-A136B69A8386}" type="presOf" srcId="{165D5694-C25B-43B5-8E9D-01F99276C1CF}" destId="{78954717-D1EC-4EB0-9B19-D6AAF5277474}" srcOrd="0" destOrd="0" presId="urn:microsoft.com/office/officeart/2005/8/layout/orgChart1"/>
    <dgm:cxn modelId="{5265C185-CC8E-43B7-BA15-0FCA45335173}" type="presOf" srcId="{58F98371-F900-4936-A663-44860A472BD7}" destId="{E2F5652A-7E42-4C0F-A952-419BBA6E986D}" srcOrd="1" destOrd="0" presId="urn:microsoft.com/office/officeart/2005/8/layout/orgChart1"/>
    <dgm:cxn modelId="{5655FB33-0D04-4FDE-AAF2-980C29570388}" type="presOf" srcId="{D263277C-A040-4606-B5D0-BE11C383CB77}" destId="{F6BA9EBF-2015-4651-B770-BCCC595CDFB1}" srcOrd="0" destOrd="0" presId="urn:microsoft.com/office/officeart/2005/8/layout/orgChart1"/>
    <dgm:cxn modelId="{B98BF74B-27DE-47FA-B41C-54D7ECCF0337}" type="presOf" srcId="{B0EB0AF8-7808-4902-8A17-0BC7E58E0F6D}" destId="{C2B5CB4F-B74B-44AC-A79B-D695988B7775}" srcOrd="1" destOrd="0" presId="urn:microsoft.com/office/officeart/2005/8/layout/orgChart1"/>
    <dgm:cxn modelId="{12814A95-3417-43B5-8E3E-E28830295795}" type="presOf" srcId="{FD0BCE44-B530-44E1-9A09-5D3B10D9FA19}" destId="{55CA4C3A-47BE-43CC-BB18-0CF667C33095}" srcOrd="0" destOrd="0" presId="urn:microsoft.com/office/officeart/2005/8/layout/orgChart1"/>
    <dgm:cxn modelId="{AC255E88-3A14-4074-A531-1B6ABD8AEA74}" srcId="{BF07D4A4-71D8-4DE9-B913-07930DF92D75}" destId="{A844C2B9-FE5C-4278-A9E3-402E5E34B9CE}" srcOrd="2" destOrd="0" parTransId="{07DDD57B-4360-49F5-B4A4-AE24D1908B67}" sibTransId="{E3D2538C-9042-4004-8096-0235823073C3}"/>
    <dgm:cxn modelId="{5B81045A-B9C3-4B1B-8AB6-8AF59FC40720}" type="presOf" srcId="{CA38027E-E2C7-42F2-8895-30FEC59B4E4C}" destId="{E18BD753-AA4B-47EB-A8FF-D239C6871BDC}" srcOrd="0" destOrd="0" presId="urn:microsoft.com/office/officeart/2005/8/layout/orgChart1"/>
    <dgm:cxn modelId="{69148C92-B442-4090-95C7-C1C1E829D9EE}" type="presOf" srcId="{761C4055-93CE-4021-A2C1-1348C6949515}" destId="{C1DA282B-9D57-438E-AECC-F1A38FA63D3D}" srcOrd="0" destOrd="0" presId="urn:microsoft.com/office/officeart/2005/8/layout/orgChart1"/>
    <dgm:cxn modelId="{8D0BFAB6-6A6E-4E04-BCFD-E0DD1792F032}" type="presOf" srcId="{C65EDE76-EAA9-4529-84C6-E7A7863F8ED1}" destId="{C2ED52FD-1D12-4399-87BE-E8D51184A6E0}" srcOrd="0" destOrd="0" presId="urn:microsoft.com/office/officeart/2005/8/layout/orgChart1"/>
    <dgm:cxn modelId="{40FF053D-2F8C-427F-A256-1A267F85C24E}" srcId="{BF07D4A4-71D8-4DE9-B913-07930DF92D75}" destId="{B2ABCC57-669A-45F2-8823-81306147A671}" srcOrd="3" destOrd="0" parTransId="{6B3DAD31-F626-459C-98EB-B2212C13C945}" sibTransId="{712BB047-EA75-4E07-A69B-571AF6306517}"/>
    <dgm:cxn modelId="{EC668735-AD6E-4F2C-9604-B5897AC16393}" type="presOf" srcId="{268030CE-764A-45E7-A23F-886028478FB1}" destId="{AF39836C-A77E-43BE-A46D-D71C4287C890}" srcOrd="0" destOrd="0" presId="urn:microsoft.com/office/officeart/2005/8/layout/orgChart1"/>
    <dgm:cxn modelId="{2C76F99C-3257-4580-ADFD-0A81FF9E8D7D}" type="presOf" srcId="{6B3DAD31-F626-459C-98EB-B2212C13C945}" destId="{31058E8C-38D6-4CC4-8E99-8E508CF3C8B1}" srcOrd="0" destOrd="0" presId="urn:microsoft.com/office/officeart/2005/8/layout/orgChart1"/>
    <dgm:cxn modelId="{C0161BB5-6341-416C-B68A-C0D38EC3F299}" srcId="{F49047CF-D1CA-496C-9EB7-041A6B098BD7}" destId="{2E040308-6380-44DE-9CF5-6A746968DF1F}" srcOrd="0" destOrd="0" parTransId="{CA38027E-E2C7-42F2-8895-30FEC59B4E4C}" sibTransId="{6A59ED5E-E17C-4225-9F00-AE90B57884A6}"/>
    <dgm:cxn modelId="{3EB3A348-D730-4BD9-A542-EB6C14CFA1E2}" type="presOf" srcId="{53BD0D21-57B1-4A98-8C5E-8602006CA3C6}" destId="{CD024767-90BD-47E5-9177-3473A762F249}" srcOrd="0" destOrd="0" presId="urn:microsoft.com/office/officeart/2005/8/layout/orgChart1"/>
    <dgm:cxn modelId="{338D525F-EDDA-47C2-8EFF-29C38D70A366}" type="presOf" srcId="{B1ED6A61-28EC-44DF-9518-C384B73A7E2D}" destId="{268CA082-1449-4529-8813-2CD9A4A416B8}" srcOrd="1" destOrd="0" presId="urn:microsoft.com/office/officeart/2005/8/layout/orgChart1"/>
    <dgm:cxn modelId="{00DB0FCA-28E2-4123-B315-0DA6FDE806DB}" type="presOf" srcId="{A844C2B9-FE5C-4278-A9E3-402E5E34B9CE}" destId="{8B77C203-B44B-4400-9CBB-13C2C919BE85}" srcOrd="1" destOrd="0" presId="urn:microsoft.com/office/officeart/2005/8/layout/orgChart1"/>
    <dgm:cxn modelId="{1BF21CFA-AC56-40AE-B296-6B3C1B66F752}" type="presOf" srcId="{58F98371-F900-4936-A663-44860A472BD7}" destId="{1B641CC6-9A99-499C-88B9-86587DB3A008}" srcOrd="0" destOrd="0" presId="urn:microsoft.com/office/officeart/2005/8/layout/orgChart1"/>
    <dgm:cxn modelId="{4E1DB20D-9D9B-49A6-A87F-E9BFB8DA566B}" srcId="{268030CE-764A-45E7-A23F-886028478FB1}" destId="{F49047CF-D1CA-496C-9EB7-041A6B098BD7}" srcOrd="0" destOrd="0" parTransId="{CDB2B541-C48F-43AC-B6C5-41A5F0967CFE}" sibTransId="{DDAFCA66-F461-4060-9FA2-5F3F3F865DD6}"/>
    <dgm:cxn modelId="{B144E178-F622-4E00-8890-976786C8111E}" srcId="{D263277C-A040-4606-B5D0-BE11C383CB77}" destId="{165D5694-C25B-43B5-8E9D-01F99276C1CF}" srcOrd="0" destOrd="0" parTransId="{FD0BCE44-B530-44E1-9A09-5D3B10D9FA19}" sibTransId="{A6E123DC-5259-480F-99AE-835A4CE481E8}"/>
    <dgm:cxn modelId="{9E26E40E-5996-454E-9A97-8F27489F2CD1}" type="presOf" srcId="{32FE2091-064D-4A65-96D8-D6F42C7C3819}" destId="{8F6843FE-9AB5-4133-8DCE-8B3D6B1CBA34}" srcOrd="0" destOrd="0" presId="urn:microsoft.com/office/officeart/2005/8/layout/orgChart1"/>
    <dgm:cxn modelId="{3D17EE4A-C383-452F-AFDD-F020A0B8F611}" type="presOf" srcId="{A844C2B9-FE5C-4278-A9E3-402E5E34B9CE}" destId="{6C44545A-E0E5-4DCF-B625-931CCE7DF08D}" srcOrd="0" destOrd="0" presId="urn:microsoft.com/office/officeart/2005/8/layout/orgChart1"/>
    <dgm:cxn modelId="{A057B69C-1096-4176-A827-83AABB2A47BC}" srcId="{F49047CF-D1CA-496C-9EB7-041A6B098BD7}" destId="{BF07D4A4-71D8-4DE9-B913-07930DF92D75}" srcOrd="2" destOrd="0" parTransId="{BCAC79F4-5E0D-49AD-AEB5-301376DF802E}" sibTransId="{1A6F8F74-0F4A-409A-84DD-D7D026945556}"/>
    <dgm:cxn modelId="{85832CDD-D71C-4A31-90C6-4C984EF2A044}" type="presOf" srcId="{BF07D4A4-71D8-4DE9-B913-07930DF92D75}" destId="{00A81A00-4C22-49F7-BA2C-9CDFE643C399}" srcOrd="0" destOrd="0" presId="urn:microsoft.com/office/officeart/2005/8/layout/orgChart1"/>
    <dgm:cxn modelId="{850145B9-4826-4602-9BF6-81F9C4984F9F}" type="presOf" srcId="{BCAC79F4-5E0D-49AD-AEB5-301376DF802E}" destId="{64F4245C-9F9E-424D-8A87-FA14556AF41D}" srcOrd="0" destOrd="0" presId="urn:microsoft.com/office/officeart/2005/8/layout/orgChart1"/>
    <dgm:cxn modelId="{105D2E29-988D-4635-9B4A-E5A96078CC22}" srcId="{BF07D4A4-71D8-4DE9-B913-07930DF92D75}" destId="{B1ED6A61-28EC-44DF-9518-C384B73A7E2D}" srcOrd="0" destOrd="0" parTransId="{53BD0D21-57B1-4A98-8C5E-8602006CA3C6}" sibTransId="{A63862AC-75D1-46D4-B33E-C5883EC73C21}"/>
    <dgm:cxn modelId="{C96D089E-B787-420A-8827-86FAD0BDCBA3}" type="presParOf" srcId="{AF39836C-A77E-43BE-A46D-D71C4287C890}" destId="{5B747C4D-068C-470C-9DE5-A3DAD996758E}" srcOrd="0" destOrd="0" presId="urn:microsoft.com/office/officeart/2005/8/layout/orgChart1"/>
    <dgm:cxn modelId="{A4CA0BE0-B8B4-40AF-B319-85C93354C499}" type="presParOf" srcId="{5B747C4D-068C-470C-9DE5-A3DAD996758E}" destId="{C7E34851-E662-45CD-8696-953362F1FF91}" srcOrd="0" destOrd="0" presId="urn:microsoft.com/office/officeart/2005/8/layout/orgChart1"/>
    <dgm:cxn modelId="{AA35F3CF-66C1-48AC-8DB4-686898793E37}" type="presParOf" srcId="{C7E34851-E662-45CD-8696-953362F1FF91}" destId="{00D1D673-BC7C-4736-9972-6E9679F67828}" srcOrd="0" destOrd="0" presId="urn:microsoft.com/office/officeart/2005/8/layout/orgChart1"/>
    <dgm:cxn modelId="{8A1B0C6B-4E20-4C45-8308-0A8206EB5AC4}" type="presParOf" srcId="{C7E34851-E662-45CD-8696-953362F1FF91}" destId="{AC1320F1-4574-448D-9FBD-1237DF913724}" srcOrd="1" destOrd="0" presId="urn:microsoft.com/office/officeart/2005/8/layout/orgChart1"/>
    <dgm:cxn modelId="{C19530D0-D14E-4FB7-9FDE-DCAD0F212261}" type="presParOf" srcId="{5B747C4D-068C-470C-9DE5-A3DAD996758E}" destId="{C8104795-198D-4E4B-B5FF-22063E361E4B}" srcOrd="1" destOrd="0" presId="urn:microsoft.com/office/officeart/2005/8/layout/orgChart1"/>
    <dgm:cxn modelId="{82945BB9-5930-4A40-AB38-DB4A3F1E81BB}" type="presParOf" srcId="{C8104795-198D-4E4B-B5FF-22063E361E4B}" destId="{E18BD753-AA4B-47EB-A8FF-D239C6871BDC}" srcOrd="0" destOrd="0" presId="urn:microsoft.com/office/officeart/2005/8/layout/orgChart1"/>
    <dgm:cxn modelId="{0AE8740C-48A1-448E-92A9-3C7C4E502F54}" type="presParOf" srcId="{C8104795-198D-4E4B-B5FF-22063E361E4B}" destId="{45F38734-02DC-4C15-B70F-67F9061BF143}" srcOrd="1" destOrd="0" presId="urn:microsoft.com/office/officeart/2005/8/layout/orgChart1"/>
    <dgm:cxn modelId="{DAF72DF4-2F6B-4F0C-B51C-B92F8F8DBCD6}" type="presParOf" srcId="{45F38734-02DC-4C15-B70F-67F9061BF143}" destId="{2807D4D3-AB93-462F-87FC-F89AA935157E}" srcOrd="0" destOrd="0" presId="urn:microsoft.com/office/officeart/2005/8/layout/orgChart1"/>
    <dgm:cxn modelId="{8B00D416-A402-4C90-9653-BCFAFAA751A6}" type="presParOf" srcId="{2807D4D3-AB93-462F-87FC-F89AA935157E}" destId="{C92A081F-61F8-45DC-867D-39F553558E3A}" srcOrd="0" destOrd="0" presId="urn:microsoft.com/office/officeart/2005/8/layout/orgChart1"/>
    <dgm:cxn modelId="{E3089270-B252-41C8-8525-2B64AAB5AC65}" type="presParOf" srcId="{2807D4D3-AB93-462F-87FC-F89AA935157E}" destId="{38D0A638-816E-4F06-B19C-975B47988D08}" srcOrd="1" destOrd="0" presId="urn:microsoft.com/office/officeart/2005/8/layout/orgChart1"/>
    <dgm:cxn modelId="{0F352CFA-33E0-4822-B069-9272BE39ED2F}" type="presParOf" srcId="{45F38734-02DC-4C15-B70F-67F9061BF143}" destId="{D9D6299D-0345-4103-BB2D-82C0F65832E3}" srcOrd="1" destOrd="0" presId="urn:microsoft.com/office/officeart/2005/8/layout/orgChart1"/>
    <dgm:cxn modelId="{3604C161-0BCA-4FF0-A2E4-9DCCD39DB2B7}" type="presParOf" srcId="{45F38734-02DC-4C15-B70F-67F9061BF143}" destId="{E652426F-F6D3-46C2-95A7-8000FAD9CA8E}" srcOrd="2" destOrd="0" presId="urn:microsoft.com/office/officeart/2005/8/layout/orgChart1"/>
    <dgm:cxn modelId="{F04D47BE-EA5E-4B9C-92C5-2FD7CA862343}" type="presParOf" srcId="{C8104795-198D-4E4B-B5FF-22063E361E4B}" destId="{D1CF4096-D6B9-4B25-8E35-EDCFD3D3CDF0}" srcOrd="2" destOrd="0" presId="urn:microsoft.com/office/officeart/2005/8/layout/orgChart1"/>
    <dgm:cxn modelId="{272DFCD9-7879-4167-9BBD-717E78D3A1A3}" type="presParOf" srcId="{C8104795-198D-4E4B-B5FF-22063E361E4B}" destId="{DA58FC87-69A6-4B2C-B41B-005BB7201253}" srcOrd="3" destOrd="0" presId="urn:microsoft.com/office/officeart/2005/8/layout/orgChart1"/>
    <dgm:cxn modelId="{5C65CA8F-5C2E-4462-B91C-AF37E9E38207}" type="presParOf" srcId="{DA58FC87-69A6-4B2C-B41B-005BB7201253}" destId="{FF5B84C5-789D-42C0-8747-0266192A6393}" srcOrd="0" destOrd="0" presId="urn:microsoft.com/office/officeart/2005/8/layout/orgChart1"/>
    <dgm:cxn modelId="{B8109E47-2178-44E5-9505-46AB0D901A15}" type="presParOf" srcId="{FF5B84C5-789D-42C0-8747-0266192A6393}" destId="{F6BA9EBF-2015-4651-B770-BCCC595CDFB1}" srcOrd="0" destOrd="0" presId="urn:microsoft.com/office/officeart/2005/8/layout/orgChart1"/>
    <dgm:cxn modelId="{66E1243D-F159-46DE-8907-D8F13128EFFE}" type="presParOf" srcId="{FF5B84C5-789D-42C0-8747-0266192A6393}" destId="{DB2524A8-4883-4F2C-8B14-1F9B40124A3A}" srcOrd="1" destOrd="0" presId="urn:microsoft.com/office/officeart/2005/8/layout/orgChart1"/>
    <dgm:cxn modelId="{849F0E34-15E5-47D0-9D8E-4E3E1D84F95C}" type="presParOf" srcId="{DA58FC87-69A6-4B2C-B41B-005BB7201253}" destId="{712DDD5C-EAC2-4888-A279-080F842E1803}" srcOrd="1" destOrd="0" presId="urn:microsoft.com/office/officeart/2005/8/layout/orgChart1"/>
    <dgm:cxn modelId="{0F9D43B9-04E1-4451-9AB5-3D60ECBBE264}" type="presParOf" srcId="{712DDD5C-EAC2-4888-A279-080F842E1803}" destId="{55CA4C3A-47BE-43CC-BB18-0CF667C33095}" srcOrd="0" destOrd="0" presId="urn:microsoft.com/office/officeart/2005/8/layout/orgChart1"/>
    <dgm:cxn modelId="{43B73228-CB02-4598-9A68-0446751AD61D}" type="presParOf" srcId="{712DDD5C-EAC2-4888-A279-080F842E1803}" destId="{DC9C8E9D-7E7D-4566-B25B-BBDBFF4BBABC}" srcOrd="1" destOrd="0" presId="urn:microsoft.com/office/officeart/2005/8/layout/orgChart1"/>
    <dgm:cxn modelId="{2CD765AC-255E-49FC-A4C4-2B7CFBD8BD76}" type="presParOf" srcId="{DC9C8E9D-7E7D-4566-B25B-BBDBFF4BBABC}" destId="{FFF86A23-0834-4BB0-A6A8-A41FBC6B72AB}" srcOrd="0" destOrd="0" presId="urn:microsoft.com/office/officeart/2005/8/layout/orgChart1"/>
    <dgm:cxn modelId="{C2CB9E01-1B83-48EE-B452-006E811CF74F}" type="presParOf" srcId="{FFF86A23-0834-4BB0-A6A8-A41FBC6B72AB}" destId="{78954717-D1EC-4EB0-9B19-D6AAF5277474}" srcOrd="0" destOrd="0" presId="urn:microsoft.com/office/officeart/2005/8/layout/orgChart1"/>
    <dgm:cxn modelId="{A75C04B3-3E9B-4D04-A860-D1DF74E428DF}" type="presParOf" srcId="{FFF86A23-0834-4BB0-A6A8-A41FBC6B72AB}" destId="{6609A9A6-D87B-4A9E-9F4F-DDC911906B10}" srcOrd="1" destOrd="0" presId="urn:microsoft.com/office/officeart/2005/8/layout/orgChart1"/>
    <dgm:cxn modelId="{B6D8F15A-3D84-4A3E-94C5-76A4C2CBA4C3}" type="presParOf" srcId="{DC9C8E9D-7E7D-4566-B25B-BBDBFF4BBABC}" destId="{0FAA1FE1-732D-405A-832A-97E5DF3E6CBF}" srcOrd="1" destOrd="0" presId="urn:microsoft.com/office/officeart/2005/8/layout/orgChart1"/>
    <dgm:cxn modelId="{3B6C3B5B-E592-4BFA-ABDE-0C771EEACE93}" type="presParOf" srcId="{DC9C8E9D-7E7D-4566-B25B-BBDBFF4BBABC}" destId="{079B79B8-DCF2-43F0-8C10-5320A66F165B}" srcOrd="2" destOrd="0" presId="urn:microsoft.com/office/officeart/2005/8/layout/orgChart1"/>
    <dgm:cxn modelId="{63E6BF72-FE1A-4484-852E-F0CEB5EE63AC}" type="presParOf" srcId="{712DDD5C-EAC2-4888-A279-080F842E1803}" destId="{C1DA282B-9D57-438E-AECC-F1A38FA63D3D}" srcOrd="2" destOrd="0" presId="urn:microsoft.com/office/officeart/2005/8/layout/orgChart1"/>
    <dgm:cxn modelId="{565E76D6-3E17-414B-BD96-6128FC24E577}" type="presParOf" srcId="{712DDD5C-EAC2-4888-A279-080F842E1803}" destId="{E2873B65-102C-436A-B475-64FD40B989B5}" srcOrd="3" destOrd="0" presId="urn:microsoft.com/office/officeart/2005/8/layout/orgChart1"/>
    <dgm:cxn modelId="{5583A0B3-CA54-4357-81A2-57CE28654620}" type="presParOf" srcId="{E2873B65-102C-436A-B475-64FD40B989B5}" destId="{89FFF70B-A4FC-4F5E-8B44-4B28E171C674}" srcOrd="0" destOrd="0" presId="urn:microsoft.com/office/officeart/2005/8/layout/orgChart1"/>
    <dgm:cxn modelId="{00C77CE8-4383-4665-88D3-9DB6442894B9}" type="presParOf" srcId="{89FFF70B-A4FC-4F5E-8B44-4B28E171C674}" destId="{1B641CC6-9A99-499C-88B9-86587DB3A008}" srcOrd="0" destOrd="0" presId="urn:microsoft.com/office/officeart/2005/8/layout/orgChart1"/>
    <dgm:cxn modelId="{C8B94DB7-D047-4769-B1F1-638C1B813454}" type="presParOf" srcId="{89FFF70B-A4FC-4F5E-8B44-4B28E171C674}" destId="{E2F5652A-7E42-4C0F-A952-419BBA6E986D}" srcOrd="1" destOrd="0" presId="urn:microsoft.com/office/officeart/2005/8/layout/orgChart1"/>
    <dgm:cxn modelId="{E2D9952C-15EB-4212-8213-83C59E9A6897}" type="presParOf" srcId="{E2873B65-102C-436A-B475-64FD40B989B5}" destId="{1305CF1E-4469-4B2C-A0E1-2FAD41959493}" srcOrd="1" destOrd="0" presId="urn:microsoft.com/office/officeart/2005/8/layout/orgChart1"/>
    <dgm:cxn modelId="{F1B65CF4-1344-4636-B79A-FCE7A6257F0A}" type="presParOf" srcId="{E2873B65-102C-436A-B475-64FD40B989B5}" destId="{9D942A7D-2632-4FB7-BB51-4F9E623A5D56}" srcOrd="2" destOrd="0" presId="urn:microsoft.com/office/officeart/2005/8/layout/orgChart1"/>
    <dgm:cxn modelId="{82958454-A909-4EA3-AE70-61F2DFF295ED}" type="presParOf" srcId="{DA58FC87-69A6-4B2C-B41B-005BB7201253}" destId="{AA6CF7DF-64D1-4B86-AA1E-7E134A284C5A}" srcOrd="2" destOrd="0" presId="urn:microsoft.com/office/officeart/2005/8/layout/orgChart1"/>
    <dgm:cxn modelId="{A5E76306-3518-4E4B-B7A2-43696EDD7CE2}" type="presParOf" srcId="{C8104795-198D-4E4B-B5FF-22063E361E4B}" destId="{64F4245C-9F9E-424D-8A87-FA14556AF41D}" srcOrd="4" destOrd="0" presId="urn:microsoft.com/office/officeart/2005/8/layout/orgChart1"/>
    <dgm:cxn modelId="{B7D2A5DB-0327-4012-9096-197D5EC385AF}" type="presParOf" srcId="{C8104795-198D-4E4B-B5FF-22063E361E4B}" destId="{7DB9B40A-BB29-4511-B643-B89C7431C0E2}" srcOrd="5" destOrd="0" presId="urn:microsoft.com/office/officeart/2005/8/layout/orgChart1"/>
    <dgm:cxn modelId="{0928A4C9-D2D3-42DE-8A87-92183AF5DD84}" type="presParOf" srcId="{7DB9B40A-BB29-4511-B643-B89C7431C0E2}" destId="{BFDBFBAE-2CB3-4A23-A0FB-0826165CE6DB}" srcOrd="0" destOrd="0" presId="urn:microsoft.com/office/officeart/2005/8/layout/orgChart1"/>
    <dgm:cxn modelId="{47F28D45-AD99-482F-9613-12E5C4FD71B8}" type="presParOf" srcId="{BFDBFBAE-2CB3-4A23-A0FB-0826165CE6DB}" destId="{00A81A00-4C22-49F7-BA2C-9CDFE643C399}" srcOrd="0" destOrd="0" presId="urn:microsoft.com/office/officeart/2005/8/layout/orgChart1"/>
    <dgm:cxn modelId="{5867B2A0-2783-4405-85C5-19D4BAD04401}" type="presParOf" srcId="{BFDBFBAE-2CB3-4A23-A0FB-0826165CE6DB}" destId="{91438541-D042-4BF8-8807-C2EA505A8290}" srcOrd="1" destOrd="0" presId="urn:microsoft.com/office/officeart/2005/8/layout/orgChart1"/>
    <dgm:cxn modelId="{7D92DF89-21BC-4124-9B80-679AE7A15F41}" type="presParOf" srcId="{7DB9B40A-BB29-4511-B643-B89C7431C0E2}" destId="{05C53B5B-4A28-4C23-90C7-67E0ECAD48F2}" srcOrd="1" destOrd="0" presId="urn:microsoft.com/office/officeart/2005/8/layout/orgChart1"/>
    <dgm:cxn modelId="{B24A6A15-523B-4FB1-A4AD-5298DDBEA6F9}" type="presParOf" srcId="{05C53B5B-4A28-4C23-90C7-67E0ECAD48F2}" destId="{CD024767-90BD-47E5-9177-3473A762F249}" srcOrd="0" destOrd="0" presId="urn:microsoft.com/office/officeart/2005/8/layout/orgChart1"/>
    <dgm:cxn modelId="{2C2E0590-16C6-409B-80C9-5A3C9DA08F69}" type="presParOf" srcId="{05C53B5B-4A28-4C23-90C7-67E0ECAD48F2}" destId="{5E9445D1-7ADD-4370-B618-1CA355D61F5E}" srcOrd="1" destOrd="0" presId="urn:microsoft.com/office/officeart/2005/8/layout/orgChart1"/>
    <dgm:cxn modelId="{DE2FE15C-5CF3-443A-AAE4-34B01DD82476}" type="presParOf" srcId="{5E9445D1-7ADD-4370-B618-1CA355D61F5E}" destId="{F1ED8DBD-5F82-44D6-9A4C-6D67ADC0000F}" srcOrd="0" destOrd="0" presId="urn:microsoft.com/office/officeart/2005/8/layout/orgChart1"/>
    <dgm:cxn modelId="{AF4C8240-35DD-4B0E-9C48-7EEA6D8F68D4}" type="presParOf" srcId="{F1ED8DBD-5F82-44D6-9A4C-6D67ADC0000F}" destId="{38181D3B-AAE4-401A-9040-5D468580A9F9}" srcOrd="0" destOrd="0" presId="urn:microsoft.com/office/officeart/2005/8/layout/orgChart1"/>
    <dgm:cxn modelId="{ABEADDA2-DAD7-406A-86ED-5CAE98FFD31B}" type="presParOf" srcId="{F1ED8DBD-5F82-44D6-9A4C-6D67ADC0000F}" destId="{268CA082-1449-4529-8813-2CD9A4A416B8}" srcOrd="1" destOrd="0" presId="urn:microsoft.com/office/officeart/2005/8/layout/orgChart1"/>
    <dgm:cxn modelId="{CC004F98-57B7-4089-9FF4-85D930C6F469}" type="presParOf" srcId="{5E9445D1-7ADD-4370-B618-1CA355D61F5E}" destId="{F25BD399-48CB-4316-990F-31A419E122C2}" srcOrd="1" destOrd="0" presId="urn:microsoft.com/office/officeart/2005/8/layout/orgChart1"/>
    <dgm:cxn modelId="{982009DD-C291-47D9-8C8B-E936A0A9A406}" type="presParOf" srcId="{5E9445D1-7ADD-4370-B618-1CA355D61F5E}" destId="{09C38C38-D085-4392-A5AB-0D86257F24DF}" srcOrd="2" destOrd="0" presId="urn:microsoft.com/office/officeart/2005/8/layout/orgChart1"/>
    <dgm:cxn modelId="{BD4E49FB-DB28-43E5-AF38-868F9B35D901}" type="presParOf" srcId="{05C53B5B-4A28-4C23-90C7-67E0ECAD48F2}" destId="{C2ED52FD-1D12-4399-87BE-E8D51184A6E0}" srcOrd="2" destOrd="0" presId="urn:microsoft.com/office/officeart/2005/8/layout/orgChart1"/>
    <dgm:cxn modelId="{EE56771C-9511-4151-A6C1-9E3AB305D05B}" type="presParOf" srcId="{05C53B5B-4A28-4C23-90C7-67E0ECAD48F2}" destId="{28CD2AAF-02CC-48BC-A149-F4A84E69DD9D}" srcOrd="3" destOrd="0" presId="urn:microsoft.com/office/officeart/2005/8/layout/orgChart1"/>
    <dgm:cxn modelId="{8A41C766-582B-4FB8-A93A-3E1C43179F53}" type="presParOf" srcId="{28CD2AAF-02CC-48BC-A149-F4A84E69DD9D}" destId="{28928949-74D4-4201-8E20-FF5E1C05032A}" srcOrd="0" destOrd="0" presId="urn:microsoft.com/office/officeart/2005/8/layout/orgChart1"/>
    <dgm:cxn modelId="{4CC6B72D-F4E0-47E7-85F1-9481FE6019F5}" type="presParOf" srcId="{28928949-74D4-4201-8E20-FF5E1C05032A}" destId="{8CBEF4F9-13B7-48EA-B9C5-2B24D549C9D1}" srcOrd="0" destOrd="0" presId="urn:microsoft.com/office/officeart/2005/8/layout/orgChart1"/>
    <dgm:cxn modelId="{D0C8AE0A-4A84-4E44-A3E3-03F9DF9BD4F8}" type="presParOf" srcId="{28928949-74D4-4201-8E20-FF5E1C05032A}" destId="{49E2098F-210E-4C1F-B5CE-F653BE2E9F7A}" srcOrd="1" destOrd="0" presId="urn:microsoft.com/office/officeart/2005/8/layout/orgChart1"/>
    <dgm:cxn modelId="{97B5AAEE-5AE7-445A-8C11-E8BFF7235D75}" type="presParOf" srcId="{28CD2AAF-02CC-48BC-A149-F4A84E69DD9D}" destId="{348246B8-94D8-495E-A79D-7E2C963CB5B1}" srcOrd="1" destOrd="0" presId="urn:microsoft.com/office/officeart/2005/8/layout/orgChart1"/>
    <dgm:cxn modelId="{8482C765-14D9-4A08-AB45-269E92713517}" type="presParOf" srcId="{28CD2AAF-02CC-48BC-A149-F4A84E69DD9D}" destId="{F6271D50-2C66-4937-A3EE-D623CAA2481D}" srcOrd="2" destOrd="0" presId="urn:microsoft.com/office/officeart/2005/8/layout/orgChart1"/>
    <dgm:cxn modelId="{7A83B647-52F0-4570-A8B4-3752AAFF09BF}" type="presParOf" srcId="{05C53B5B-4A28-4C23-90C7-67E0ECAD48F2}" destId="{D2FF441A-4E30-4403-9F3B-A30A4E72485B}" srcOrd="4" destOrd="0" presId="urn:microsoft.com/office/officeart/2005/8/layout/orgChart1"/>
    <dgm:cxn modelId="{C1076F83-B95C-4CCF-B3DE-965848887A85}" type="presParOf" srcId="{05C53B5B-4A28-4C23-90C7-67E0ECAD48F2}" destId="{0428041C-1230-4E6D-8263-F0D99A6447EC}" srcOrd="5" destOrd="0" presId="urn:microsoft.com/office/officeart/2005/8/layout/orgChart1"/>
    <dgm:cxn modelId="{C895F4A7-C714-4952-9B32-311B87AC20C9}" type="presParOf" srcId="{0428041C-1230-4E6D-8263-F0D99A6447EC}" destId="{378ED241-3E11-47CF-8E2B-4682452DFB87}" srcOrd="0" destOrd="0" presId="urn:microsoft.com/office/officeart/2005/8/layout/orgChart1"/>
    <dgm:cxn modelId="{2A257A3D-7B5C-46F5-9B89-BD38312C53C0}" type="presParOf" srcId="{378ED241-3E11-47CF-8E2B-4682452DFB87}" destId="{6C44545A-E0E5-4DCF-B625-931CCE7DF08D}" srcOrd="0" destOrd="0" presId="urn:microsoft.com/office/officeart/2005/8/layout/orgChart1"/>
    <dgm:cxn modelId="{5B26D953-0EB7-415D-B8BB-A82573CF3C07}" type="presParOf" srcId="{378ED241-3E11-47CF-8E2B-4682452DFB87}" destId="{8B77C203-B44B-4400-9CBB-13C2C919BE85}" srcOrd="1" destOrd="0" presId="urn:microsoft.com/office/officeart/2005/8/layout/orgChart1"/>
    <dgm:cxn modelId="{EDADE7B2-3657-4ED5-B870-42C97EB92759}" type="presParOf" srcId="{0428041C-1230-4E6D-8263-F0D99A6447EC}" destId="{4624BB12-AC95-4590-8101-FB476716E7CC}" srcOrd="1" destOrd="0" presId="urn:microsoft.com/office/officeart/2005/8/layout/orgChart1"/>
    <dgm:cxn modelId="{721F994D-D892-425C-BB59-03FDF976359D}" type="presParOf" srcId="{0428041C-1230-4E6D-8263-F0D99A6447EC}" destId="{579145A8-6535-47EE-85FF-3560C3529441}" srcOrd="2" destOrd="0" presId="urn:microsoft.com/office/officeart/2005/8/layout/orgChart1"/>
    <dgm:cxn modelId="{67F0F485-18E0-4BC4-B0F7-2040390C3233}" type="presParOf" srcId="{05C53B5B-4A28-4C23-90C7-67E0ECAD48F2}" destId="{31058E8C-38D6-4CC4-8E99-8E508CF3C8B1}" srcOrd="6" destOrd="0" presId="urn:microsoft.com/office/officeart/2005/8/layout/orgChart1"/>
    <dgm:cxn modelId="{A957561D-9EC6-4D51-9F37-7AE144290B7B}" type="presParOf" srcId="{05C53B5B-4A28-4C23-90C7-67E0ECAD48F2}" destId="{FCB7EBE4-C24D-4DFF-98F8-942A243DF364}" srcOrd="7" destOrd="0" presId="urn:microsoft.com/office/officeart/2005/8/layout/orgChart1"/>
    <dgm:cxn modelId="{182341C6-9641-43B3-84C2-79651EF92147}" type="presParOf" srcId="{FCB7EBE4-C24D-4DFF-98F8-942A243DF364}" destId="{2404B708-97FF-4312-9346-044645AE61C3}" srcOrd="0" destOrd="0" presId="urn:microsoft.com/office/officeart/2005/8/layout/orgChart1"/>
    <dgm:cxn modelId="{D93BAB4C-8F20-43F9-92C7-A407185B397A}" type="presParOf" srcId="{2404B708-97FF-4312-9346-044645AE61C3}" destId="{5F72C6A3-7255-4ABC-AA7D-FCA8441B3175}" srcOrd="0" destOrd="0" presId="urn:microsoft.com/office/officeart/2005/8/layout/orgChart1"/>
    <dgm:cxn modelId="{4927BA87-6F72-41A6-8C75-D77B0B0B4D30}" type="presParOf" srcId="{2404B708-97FF-4312-9346-044645AE61C3}" destId="{4E93EDD5-3534-47CE-9D95-0B8354C79286}" srcOrd="1" destOrd="0" presId="urn:microsoft.com/office/officeart/2005/8/layout/orgChart1"/>
    <dgm:cxn modelId="{08DC4E59-2DDA-4D7D-94A0-9370376046CE}" type="presParOf" srcId="{FCB7EBE4-C24D-4DFF-98F8-942A243DF364}" destId="{37D27200-8A16-4AEB-9B98-A916B6DA7434}" srcOrd="1" destOrd="0" presId="urn:microsoft.com/office/officeart/2005/8/layout/orgChart1"/>
    <dgm:cxn modelId="{312FBF41-9325-4B8E-8FDD-FE2FA7D9C471}" type="presParOf" srcId="{FCB7EBE4-C24D-4DFF-98F8-942A243DF364}" destId="{FE5724A9-3343-416B-98A1-156375E84E22}" srcOrd="2" destOrd="0" presId="urn:microsoft.com/office/officeart/2005/8/layout/orgChart1"/>
    <dgm:cxn modelId="{F4BB28DE-97EE-46DD-B683-E7A12BFC04BC}" type="presParOf" srcId="{7DB9B40A-BB29-4511-B643-B89C7431C0E2}" destId="{EDFCF8C3-A817-4B37-92F0-5F0C4845AE0B}" srcOrd="2" destOrd="0" presId="urn:microsoft.com/office/officeart/2005/8/layout/orgChart1"/>
    <dgm:cxn modelId="{589ADEDA-24B8-46B5-BCCF-FBC52EC2DC85}" type="presParOf" srcId="{C8104795-198D-4E4B-B5FF-22063E361E4B}" destId="{8F6843FE-9AB5-4133-8DCE-8B3D6B1CBA34}" srcOrd="6" destOrd="0" presId="urn:microsoft.com/office/officeart/2005/8/layout/orgChart1"/>
    <dgm:cxn modelId="{FCD330A5-3B42-43E9-962C-4D48F61909F2}" type="presParOf" srcId="{C8104795-198D-4E4B-B5FF-22063E361E4B}" destId="{DD35568F-720C-483D-81D8-B19682F3474B}" srcOrd="7" destOrd="0" presId="urn:microsoft.com/office/officeart/2005/8/layout/orgChart1"/>
    <dgm:cxn modelId="{B967941E-8F3C-4613-B5C5-5BD87A80E56B}" type="presParOf" srcId="{DD35568F-720C-483D-81D8-B19682F3474B}" destId="{D23C1974-0F6B-4DEA-8952-D96624F8537F}" srcOrd="0" destOrd="0" presId="urn:microsoft.com/office/officeart/2005/8/layout/orgChart1"/>
    <dgm:cxn modelId="{3D805746-C800-47B7-B6F6-5A1A4266829A}" type="presParOf" srcId="{D23C1974-0F6B-4DEA-8952-D96624F8537F}" destId="{F4A4E3FA-96E8-46C9-B4F5-44CE298CC84E}" srcOrd="0" destOrd="0" presId="urn:microsoft.com/office/officeart/2005/8/layout/orgChart1"/>
    <dgm:cxn modelId="{3DBDE047-A8FF-4311-A732-C4E52EB0079D}" type="presParOf" srcId="{D23C1974-0F6B-4DEA-8952-D96624F8537F}" destId="{C2B5CB4F-B74B-44AC-A79B-D695988B7775}" srcOrd="1" destOrd="0" presId="urn:microsoft.com/office/officeart/2005/8/layout/orgChart1"/>
    <dgm:cxn modelId="{90D94FB5-78A6-41D4-B9EE-8446C85D9E02}" type="presParOf" srcId="{DD35568F-720C-483D-81D8-B19682F3474B}" destId="{BFC42AEE-58EC-4BF3-9C2E-25E7B1BE1735}" srcOrd="1" destOrd="0" presId="urn:microsoft.com/office/officeart/2005/8/layout/orgChart1"/>
    <dgm:cxn modelId="{48042B52-CA75-430F-81B0-DB29189CA8AC}" type="presParOf" srcId="{DD35568F-720C-483D-81D8-B19682F3474B}" destId="{39390CB8-A60B-4AD9-B451-1BAEB01B5C19}" srcOrd="2" destOrd="0" presId="urn:microsoft.com/office/officeart/2005/8/layout/orgChart1"/>
    <dgm:cxn modelId="{C3BC78C9-984E-4D63-95E3-5EDD21F07777}" type="presParOf" srcId="{5B747C4D-068C-470C-9DE5-A3DAD996758E}" destId="{901A904D-4087-4C10-B047-5F7315E08B20}" srcOrd="2" destOrd="0" presId="urn:microsoft.com/office/officeart/2005/8/layout/orgChar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F6843FE-9AB5-4133-8DCE-8B3D6B1CBA34}">
      <dsp:nvSpPr>
        <dsp:cNvPr id="0" name=""/>
        <dsp:cNvSpPr/>
      </dsp:nvSpPr>
      <dsp:spPr>
        <a:xfrm>
          <a:off x="4152900" y="653268"/>
          <a:ext cx="2369274" cy="274130"/>
        </a:xfrm>
        <a:custGeom>
          <a:avLst/>
          <a:gdLst/>
          <a:ahLst/>
          <a:cxnLst/>
          <a:rect l="0" t="0" r="0" b="0"/>
          <a:pathLst>
            <a:path>
              <a:moveTo>
                <a:pt x="0" y="0"/>
              </a:moveTo>
              <a:lnTo>
                <a:pt x="0" y="137065"/>
              </a:lnTo>
              <a:lnTo>
                <a:pt x="2369274" y="137065"/>
              </a:lnTo>
              <a:lnTo>
                <a:pt x="2369274" y="274130"/>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058E8C-38D6-4CC4-8E99-8E508CF3C8B1}">
      <dsp:nvSpPr>
        <dsp:cNvPr id="0" name=""/>
        <dsp:cNvSpPr/>
      </dsp:nvSpPr>
      <dsp:spPr>
        <a:xfrm>
          <a:off x="4420504" y="1580092"/>
          <a:ext cx="195807" cy="3380948"/>
        </a:xfrm>
        <a:custGeom>
          <a:avLst/>
          <a:gdLst/>
          <a:ahLst/>
          <a:cxnLst/>
          <a:rect l="0" t="0" r="0" b="0"/>
          <a:pathLst>
            <a:path>
              <a:moveTo>
                <a:pt x="0" y="0"/>
              </a:moveTo>
              <a:lnTo>
                <a:pt x="0" y="3380948"/>
              </a:lnTo>
              <a:lnTo>
                <a:pt x="195807" y="3380948"/>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FF441A-4E30-4403-9F3B-A30A4E72485B}">
      <dsp:nvSpPr>
        <dsp:cNvPr id="0" name=""/>
        <dsp:cNvSpPr/>
      </dsp:nvSpPr>
      <dsp:spPr>
        <a:xfrm>
          <a:off x="4420504" y="1580092"/>
          <a:ext cx="195807" cy="2454124"/>
        </a:xfrm>
        <a:custGeom>
          <a:avLst/>
          <a:gdLst/>
          <a:ahLst/>
          <a:cxnLst/>
          <a:rect l="0" t="0" r="0" b="0"/>
          <a:pathLst>
            <a:path>
              <a:moveTo>
                <a:pt x="0" y="0"/>
              </a:moveTo>
              <a:lnTo>
                <a:pt x="0" y="2454124"/>
              </a:lnTo>
              <a:lnTo>
                <a:pt x="195807" y="2454124"/>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2ED52FD-1D12-4399-87BE-E8D51184A6E0}">
      <dsp:nvSpPr>
        <dsp:cNvPr id="0" name=""/>
        <dsp:cNvSpPr/>
      </dsp:nvSpPr>
      <dsp:spPr>
        <a:xfrm>
          <a:off x="4420504" y="1580092"/>
          <a:ext cx="195807" cy="1527300"/>
        </a:xfrm>
        <a:custGeom>
          <a:avLst/>
          <a:gdLst/>
          <a:ahLst/>
          <a:cxnLst/>
          <a:rect l="0" t="0" r="0" b="0"/>
          <a:pathLst>
            <a:path>
              <a:moveTo>
                <a:pt x="0" y="0"/>
              </a:moveTo>
              <a:lnTo>
                <a:pt x="0" y="1527300"/>
              </a:lnTo>
              <a:lnTo>
                <a:pt x="195807" y="1527300"/>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D024767-90BD-47E5-9177-3473A762F249}">
      <dsp:nvSpPr>
        <dsp:cNvPr id="0" name=""/>
        <dsp:cNvSpPr/>
      </dsp:nvSpPr>
      <dsp:spPr>
        <a:xfrm>
          <a:off x="4420504" y="1580092"/>
          <a:ext cx="195807" cy="600477"/>
        </a:xfrm>
        <a:custGeom>
          <a:avLst/>
          <a:gdLst/>
          <a:ahLst/>
          <a:cxnLst/>
          <a:rect l="0" t="0" r="0" b="0"/>
          <a:pathLst>
            <a:path>
              <a:moveTo>
                <a:pt x="0" y="0"/>
              </a:moveTo>
              <a:lnTo>
                <a:pt x="0" y="600477"/>
              </a:lnTo>
              <a:lnTo>
                <a:pt x="195807" y="600477"/>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F4245C-9F9E-424D-8A87-FA14556AF41D}">
      <dsp:nvSpPr>
        <dsp:cNvPr id="0" name=""/>
        <dsp:cNvSpPr/>
      </dsp:nvSpPr>
      <dsp:spPr>
        <a:xfrm>
          <a:off x="4152900" y="653268"/>
          <a:ext cx="789758" cy="274130"/>
        </a:xfrm>
        <a:custGeom>
          <a:avLst/>
          <a:gdLst/>
          <a:ahLst/>
          <a:cxnLst/>
          <a:rect l="0" t="0" r="0" b="0"/>
          <a:pathLst>
            <a:path>
              <a:moveTo>
                <a:pt x="0" y="0"/>
              </a:moveTo>
              <a:lnTo>
                <a:pt x="0" y="137065"/>
              </a:lnTo>
              <a:lnTo>
                <a:pt x="789758" y="137065"/>
              </a:lnTo>
              <a:lnTo>
                <a:pt x="789758" y="274130"/>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1DA282B-9D57-438E-AECC-F1A38FA63D3D}">
      <dsp:nvSpPr>
        <dsp:cNvPr id="0" name=""/>
        <dsp:cNvSpPr/>
      </dsp:nvSpPr>
      <dsp:spPr>
        <a:xfrm>
          <a:off x="2840987" y="1580092"/>
          <a:ext cx="195807" cy="1527300"/>
        </a:xfrm>
        <a:custGeom>
          <a:avLst/>
          <a:gdLst/>
          <a:ahLst/>
          <a:cxnLst/>
          <a:rect l="0" t="0" r="0" b="0"/>
          <a:pathLst>
            <a:path>
              <a:moveTo>
                <a:pt x="0" y="0"/>
              </a:moveTo>
              <a:lnTo>
                <a:pt x="0" y="1527300"/>
              </a:lnTo>
              <a:lnTo>
                <a:pt x="195807" y="1527300"/>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CA4C3A-47BE-43CC-BB18-0CF667C33095}">
      <dsp:nvSpPr>
        <dsp:cNvPr id="0" name=""/>
        <dsp:cNvSpPr/>
      </dsp:nvSpPr>
      <dsp:spPr>
        <a:xfrm>
          <a:off x="2840987" y="1580092"/>
          <a:ext cx="195807" cy="600477"/>
        </a:xfrm>
        <a:custGeom>
          <a:avLst/>
          <a:gdLst/>
          <a:ahLst/>
          <a:cxnLst/>
          <a:rect l="0" t="0" r="0" b="0"/>
          <a:pathLst>
            <a:path>
              <a:moveTo>
                <a:pt x="0" y="0"/>
              </a:moveTo>
              <a:lnTo>
                <a:pt x="0" y="600477"/>
              </a:lnTo>
              <a:lnTo>
                <a:pt x="195807" y="600477"/>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CF4096-D6B9-4B25-8E35-EDCFD3D3CDF0}">
      <dsp:nvSpPr>
        <dsp:cNvPr id="0" name=""/>
        <dsp:cNvSpPr/>
      </dsp:nvSpPr>
      <dsp:spPr>
        <a:xfrm>
          <a:off x="3363141" y="653268"/>
          <a:ext cx="789758" cy="274130"/>
        </a:xfrm>
        <a:custGeom>
          <a:avLst/>
          <a:gdLst/>
          <a:ahLst/>
          <a:cxnLst/>
          <a:rect l="0" t="0" r="0" b="0"/>
          <a:pathLst>
            <a:path>
              <a:moveTo>
                <a:pt x="789758" y="0"/>
              </a:moveTo>
              <a:lnTo>
                <a:pt x="789758" y="137065"/>
              </a:lnTo>
              <a:lnTo>
                <a:pt x="0" y="137065"/>
              </a:lnTo>
              <a:lnTo>
                <a:pt x="0" y="274130"/>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8BD753-AA4B-47EB-A8FF-D239C6871BDC}">
      <dsp:nvSpPr>
        <dsp:cNvPr id="0" name=""/>
        <dsp:cNvSpPr/>
      </dsp:nvSpPr>
      <dsp:spPr>
        <a:xfrm>
          <a:off x="1783625" y="653268"/>
          <a:ext cx="2369274" cy="274130"/>
        </a:xfrm>
        <a:custGeom>
          <a:avLst/>
          <a:gdLst/>
          <a:ahLst/>
          <a:cxnLst/>
          <a:rect l="0" t="0" r="0" b="0"/>
          <a:pathLst>
            <a:path>
              <a:moveTo>
                <a:pt x="2369274" y="0"/>
              </a:moveTo>
              <a:lnTo>
                <a:pt x="2369274" y="137065"/>
              </a:lnTo>
              <a:lnTo>
                <a:pt x="0" y="137065"/>
              </a:lnTo>
              <a:lnTo>
                <a:pt x="0" y="274130"/>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0D1D673-BC7C-4736-9972-6E9679F67828}">
      <dsp:nvSpPr>
        <dsp:cNvPr id="0" name=""/>
        <dsp:cNvSpPr/>
      </dsp:nvSpPr>
      <dsp:spPr>
        <a:xfrm>
          <a:off x="3500207" y="575"/>
          <a:ext cx="1305385" cy="6526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solidFill>
                <a:schemeClr val="bg2"/>
              </a:solidFill>
              <a:latin typeface="Britannic Bold" pitchFamily="34" charset="0"/>
            </a:rPr>
            <a:t>Structure</a:t>
          </a:r>
          <a:endParaRPr lang="en-IN" sz="1600" kern="1200" dirty="0">
            <a:solidFill>
              <a:schemeClr val="bg2"/>
            </a:solidFill>
            <a:latin typeface="Britannic Bold" pitchFamily="34" charset="0"/>
          </a:endParaRPr>
        </a:p>
      </dsp:txBody>
      <dsp:txXfrm>
        <a:off x="3500207" y="575"/>
        <a:ext cx="1305385" cy="652692"/>
      </dsp:txXfrm>
    </dsp:sp>
    <dsp:sp modelId="{C92A081F-61F8-45DC-867D-39F553558E3A}">
      <dsp:nvSpPr>
        <dsp:cNvPr id="0" name=""/>
        <dsp:cNvSpPr/>
      </dsp:nvSpPr>
      <dsp:spPr>
        <a:xfrm>
          <a:off x="1130932" y="927399"/>
          <a:ext cx="1305385" cy="6526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solidFill>
                <a:schemeClr val="bg2"/>
              </a:solidFill>
              <a:latin typeface="Britannic Bold" pitchFamily="34" charset="0"/>
            </a:rPr>
            <a:t>Identification Division</a:t>
          </a:r>
          <a:endParaRPr lang="en-IN" sz="1600" kern="1200" dirty="0">
            <a:solidFill>
              <a:schemeClr val="bg2"/>
            </a:solidFill>
            <a:latin typeface="Britannic Bold" pitchFamily="34" charset="0"/>
          </a:endParaRPr>
        </a:p>
      </dsp:txBody>
      <dsp:txXfrm>
        <a:off x="1130932" y="927399"/>
        <a:ext cx="1305385" cy="652692"/>
      </dsp:txXfrm>
    </dsp:sp>
    <dsp:sp modelId="{F6BA9EBF-2015-4651-B770-BCCC595CDFB1}">
      <dsp:nvSpPr>
        <dsp:cNvPr id="0" name=""/>
        <dsp:cNvSpPr/>
      </dsp:nvSpPr>
      <dsp:spPr>
        <a:xfrm>
          <a:off x="2710449" y="927399"/>
          <a:ext cx="1305385" cy="6526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solidFill>
                <a:schemeClr val="bg2"/>
              </a:solidFill>
              <a:latin typeface="Britannic Bold" pitchFamily="34" charset="0"/>
            </a:rPr>
            <a:t>Environment Division</a:t>
          </a:r>
          <a:endParaRPr lang="en-IN" sz="1600" kern="1200" dirty="0">
            <a:solidFill>
              <a:schemeClr val="bg2"/>
            </a:solidFill>
            <a:latin typeface="Britannic Bold" pitchFamily="34" charset="0"/>
          </a:endParaRPr>
        </a:p>
      </dsp:txBody>
      <dsp:txXfrm>
        <a:off x="2710449" y="927399"/>
        <a:ext cx="1305385" cy="652692"/>
      </dsp:txXfrm>
    </dsp:sp>
    <dsp:sp modelId="{78954717-D1EC-4EB0-9B19-D6AAF5277474}">
      <dsp:nvSpPr>
        <dsp:cNvPr id="0" name=""/>
        <dsp:cNvSpPr/>
      </dsp:nvSpPr>
      <dsp:spPr>
        <a:xfrm>
          <a:off x="3036795" y="1854223"/>
          <a:ext cx="1305385" cy="6526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solidFill>
                <a:schemeClr val="bg2"/>
              </a:solidFill>
              <a:latin typeface="Britannic Bold" pitchFamily="34" charset="0"/>
            </a:rPr>
            <a:t>Configuration Section</a:t>
          </a:r>
          <a:endParaRPr lang="en-IN" sz="1600" kern="1200" dirty="0">
            <a:solidFill>
              <a:schemeClr val="bg2"/>
            </a:solidFill>
            <a:latin typeface="Britannic Bold" pitchFamily="34" charset="0"/>
          </a:endParaRPr>
        </a:p>
      </dsp:txBody>
      <dsp:txXfrm>
        <a:off x="3036795" y="1854223"/>
        <a:ext cx="1305385" cy="652692"/>
      </dsp:txXfrm>
    </dsp:sp>
    <dsp:sp modelId="{1B641CC6-9A99-499C-88B9-86587DB3A008}">
      <dsp:nvSpPr>
        <dsp:cNvPr id="0" name=""/>
        <dsp:cNvSpPr/>
      </dsp:nvSpPr>
      <dsp:spPr>
        <a:xfrm>
          <a:off x="3036795" y="2781046"/>
          <a:ext cx="1305385" cy="6526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solidFill>
                <a:schemeClr val="bg2"/>
              </a:solidFill>
              <a:latin typeface="Britannic Bold" pitchFamily="34" charset="0"/>
            </a:rPr>
            <a:t>Input-Output Section</a:t>
          </a:r>
          <a:endParaRPr lang="en-IN" sz="1600" kern="1200" dirty="0">
            <a:solidFill>
              <a:schemeClr val="bg2"/>
            </a:solidFill>
            <a:latin typeface="Britannic Bold" pitchFamily="34" charset="0"/>
          </a:endParaRPr>
        </a:p>
      </dsp:txBody>
      <dsp:txXfrm>
        <a:off x="3036795" y="2781046"/>
        <a:ext cx="1305385" cy="652692"/>
      </dsp:txXfrm>
    </dsp:sp>
    <dsp:sp modelId="{00A81A00-4C22-49F7-BA2C-9CDFE643C399}">
      <dsp:nvSpPr>
        <dsp:cNvPr id="0" name=""/>
        <dsp:cNvSpPr/>
      </dsp:nvSpPr>
      <dsp:spPr>
        <a:xfrm>
          <a:off x="4289965" y="927399"/>
          <a:ext cx="1305385" cy="6526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solidFill>
                <a:schemeClr val="bg2"/>
              </a:solidFill>
              <a:latin typeface="Britannic Bold" pitchFamily="34" charset="0"/>
            </a:rPr>
            <a:t>Data Division</a:t>
          </a:r>
          <a:endParaRPr lang="en-IN" sz="1600" kern="1200" dirty="0">
            <a:solidFill>
              <a:schemeClr val="bg2"/>
            </a:solidFill>
            <a:latin typeface="Britannic Bold" pitchFamily="34" charset="0"/>
          </a:endParaRPr>
        </a:p>
      </dsp:txBody>
      <dsp:txXfrm>
        <a:off x="4289965" y="927399"/>
        <a:ext cx="1305385" cy="652692"/>
      </dsp:txXfrm>
    </dsp:sp>
    <dsp:sp modelId="{38181D3B-AAE4-401A-9040-5D468580A9F9}">
      <dsp:nvSpPr>
        <dsp:cNvPr id="0" name=""/>
        <dsp:cNvSpPr/>
      </dsp:nvSpPr>
      <dsp:spPr>
        <a:xfrm>
          <a:off x="4616311" y="1854223"/>
          <a:ext cx="1305385" cy="6526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solidFill>
                <a:schemeClr val="bg2"/>
              </a:solidFill>
              <a:latin typeface="Britannic Bold" pitchFamily="34" charset="0"/>
            </a:rPr>
            <a:t>Working Storage Section</a:t>
          </a:r>
          <a:endParaRPr lang="en-IN" sz="1600" kern="1200" dirty="0">
            <a:solidFill>
              <a:schemeClr val="bg2"/>
            </a:solidFill>
            <a:latin typeface="Britannic Bold" pitchFamily="34" charset="0"/>
          </a:endParaRPr>
        </a:p>
      </dsp:txBody>
      <dsp:txXfrm>
        <a:off x="4616311" y="1854223"/>
        <a:ext cx="1305385" cy="652692"/>
      </dsp:txXfrm>
    </dsp:sp>
    <dsp:sp modelId="{8CBEF4F9-13B7-48EA-B9C5-2B24D549C9D1}">
      <dsp:nvSpPr>
        <dsp:cNvPr id="0" name=""/>
        <dsp:cNvSpPr/>
      </dsp:nvSpPr>
      <dsp:spPr>
        <a:xfrm>
          <a:off x="4616311" y="2781046"/>
          <a:ext cx="1305385" cy="6526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solidFill>
                <a:schemeClr val="bg2"/>
              </a:solidFill>
              <a:latin typeface="Britannic Bold" pitchFamily="34" charset="0"/>
            </a:rPr>
            <a:t>Linkage Section</a:t>
          </a:r>
          <a:endParaRPr lang="en-IN" sz="1600" kern="1200" dirty="0">
            <a:solidFill>
              <a:schemeClr val="bg2"/>
            </a:solidFill>
            <a:latin typeface="Britannic Bold" pitchFamily="34" charset="0"/>
          </a:endParaRPr>
        </a:p>
      </dsp:txBody>
      <dsp:txXfrm>
        <a:off x="4616311" y="2781046"/>
        <a:ext cx="1305385" cy="652692"/>
      </dsp:txXfrm>
    </dsp:sp>
    <dsp:sp modelId="{6C44545A-E0E5-4DCF-B625-931CCE7DF08D}">
      <dsp:nvSpPr>
        <dsp:cNvPr id="0" name=""/>
        <dsp:cNvSpPr/>
      </dsp:nvSpPr>
      <dsp:spPr>
        <a:xfrm>
          <a:off x="4616311" y="3707870"/>
          <a:ext cx="1305385" cy="6526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solidFill>
                <a:schemeClr val="bg2"/>
              </a:solidFill>
              <a:latin typeface="Britannic Bold" pitchFamily="34" charset="0"/>
            </a:rPr>
            <a:t>Screen Section</a:t>
          </a:r>
          <a:endParaRPr lang="en-IN" sz="1600" kern="1200" dirty="0">
            <a:solidFill>
              <a:schemeClr val="bg2"/>
            </a:solidFill>
            <a:latin typeface="Britannic Bold" pitchFamily="34" charset="0"/>
          </a:endParaRPr>
        </a:p>
      </dsp:txBody>
      <dsp:txXfrm>
        <a:off x="4616311" y="3707870"/>
        <a:ext cx="1305385" cy="652692"/>
      </dsp:txXfrm>
    </dsp:sp>
    <dsp:sp modelId="{5F72C6A3-7255-4ABC-AA7D-FCA8441B3175}">
      <dsp:nvSpPr>
        <dsp:cNvPr id="0" name=""/>
        <dsp:cNvSpPr/>
      </dsp:nvSpPr>
      <dsp:spPr>
        <a:xfrm>
          <a:off x="4616311" y="4634694"/>
          <a:ext cx="1305385" cy="6526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solidFill>
                <a:schemeClr val="bg2"/>
              </a:solidFill>
              <a:latin typeface="Britannic Bold" pitchFamily="34" charset="0"/>
            </a:rPr>
            <a:t>Message Section</a:t>
          </a:r>
          <a:endParaRPr lang="en-IN" sz="1600" kern="1200" dirty="0">
            <a:solidFill>
              <a:schemeClr val="bg2"/>
            </a:solidFill>
            <a:latin typeface="Britannic Bold" pitchFamily="34" charset="0"/>
          </a:endParaRPr>
        </a:p>
      </dsp:txBody>
      <dsp:txXfrm>
        <a:off x="4616311" y="4634694"/>
        <a:ext cx="1305385" cy="652692"/>
      </dsp:txXfrm>
    </dsp:sp>
    <dsp:sp modelId="{F4A4E3FA-96E8-46C9-B4F5-44CE298CC84E}">
      <dsp:nvSpPr>
        <dsp:cNvPr id="0" name=""/>
        <dsp:cNvSpPr/>
      </dsp:nvSpPr>
      <dsp:spPr>
        <a:xfrm>
          <a:off x="5869481" y="927399"/>
          <a:ext cx="1305385" cy="65269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solidFill>
                <a:schemeClr val="bg2"/>
              </a:solidFill>
              <a:latin typeface="Britannic Bold" pitchFamily="34" charset="0"/>
            </a:rPr>
            <a:t>Procedure Division</a:t>
          </a:r>
          <a:endParaRPr lang="en-IN" sz="1600" kern="1200" dirty="0">
            <a:solidFill>
              <a:schemeClr val="bg2"/>
            </a:solidFill>
            <a:latin typeface="Britannic Bold" pitchFamily="34" charset="0"/>
          </a:endParaRPr>
        </a:p>
      </dsp:txBody>
      <dsp:txXfrm>
        <a:off x="5869481" y="927399"/>
        <a:ext cx="1305385" cy="652692"/>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9F91E32-DD7F-46DA-B791-907C37D3E821}" type="datetimeFigureOut">
              <a:rPr lang="en-IN" smtClean="0"/>
              <a:pPr/>
              <a:t>09-06-2011</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D51BB3E-6B0A-49B8-A226-56C4999368D0}" type="slidenum">
              <a:rPr lang="en-IN" smtClean="0"/>
              <a:pPr/>
              <a:t>‹#›</a:t>
            </a:fld>
            <a:endParaRPr lang="en-I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5837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789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837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5837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837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2995981-9D16-4E2C-9B0C-804220828221}"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5B1C7A98-B168-405F-BC7D-0144E008DAEF}" type="slidenum">
              <a:rPr lang="en-US" smtClean="0"/>
              <a:pPr/>
              <a:t>1</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AD2E0FBB-C9BC-4BEB-B489-81FD0805FD65}" type="slidenum">
              <a:rPr lang="en-US" smtClean="0"/>
              <a:pPr/>
              <a:t>2</a:t>
            </a:fld>
            <a:endParaRPr lang="en-US" smtClean="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AD2E0FBB-C9BC-4BEB-B489-81FD0805FD65}" type="slidenum">
              <a:rPr lang="en-US" smtClean="0"/>
              <a:pPr/>
              <a:t>3</a:t>
            </a:fld>
            <a:endParaRPr lang="en-US" smtClean="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91134826-28E5-4978-BD43-3EA20C0AC81A}" type="slidenum">
              <a:rPr lang="en-US" smtClean="0"/>
              <a:pPr/>
              <a:t>7</a:t>
            </a:fld>
            <a:endParaRPr lang="en-US" smtClean="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8C7FA59C-A2E2-4AB5-87A2-37B2D3541D5B}" type="slidenum">
              <a:rPr lang="en-US" smtClean="0"/>
              <a:pPr/>
              <a:t>8</a:t>
            </a:fld>
            <a:endParaRPr lang="en-US" smtClean="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2612723A-AAD7-4578-9BAF-CCBF9E6FD2C2}" type="slidenum">
              <a:rPr lang="en-US" smtClean="0"/>
              <a:pPr/>
              <a:t>11</a:t>
            </a:fld>
            <a:endParaRPr lang="en-US" smtClean="0"/>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AD91A012-3EBB-4160-AAA4-F2808484DBD5}" type="slidenum">
              <a:rPr lang="en-US" smtClean="0"/>
              <a:pPr/>
              <a:t>12</a:t>
            </a:fld>
            <a:endParaRPr lang="en-US" smtClean="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82DDBDC2-F6E7-424B-9EDE-3102AFDE6AF3}" type="slidenum">
              <a:rPr lang="en-US" smtClean="0"/>
              <a:pPr/>
              <a:t>13</a:t>
            </a:fld>
            <a:endParaRPr lang="en-US" smtClean="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2980393A-4A7A-4361-A0DD-7F50532A9F9F}" type="slidenum">
              <a:rPr lang="en-US" smtClean="0"/>
              <a:pPr/>
              <a:t>14</a:t>
            </a:fld>
            <a:endParaRPr lang="en-US"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AB9BD64C-95BF-4533-BC81-1E122D44D580}" type="slidenum">
              <a:rPr lang="en-US" smtClean="0"/>
              <a:pPr/>
              <a:t>15</a:t>
            </a:fld>
            <a:endParaRPr lang="en-US" smtClean="0"/>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7DC3A1EB-4008-4CEE-B513-37BDA778E8BB}" type="slidenum">
              <a:rPr lang="en-US" smtClean="0"/>
              <a:pPr/>
              <a:t>16</a:t>
            </a:fld>
            <a:endParaRPr lang="en-US" smtClean="0"/>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E771E9E2-46BD-4A6D-8A43-AFFDC851D0B8}" type="slidenum">
              <a:rPr lang="en-US" smtClean="0"/>
              <a:pPr/>
              <a:t>18</a:t>
            </a:fld>
            <a:endParaRPr lang="en-US" smtClean="0"/>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3D1570FB-2D69-427D-AE25-3361FBAD7C89}" type="slidenum">
              <a:rPr lang="en-US" smtClean="0"/>
              <a:pPr/>
              <a:t>20</a:t>
            </a:fld>
            <a:endParaRPr lang="en-US" smtClean="0"/>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AF8061C8-15F9-4BE2-95B9-F262CD63F039}" type="slidenum">
              <a:rPr lang="en-US" smtClean="0"/>
              <a:pPr/>
              <a:t>21</a:t>
            </a:fld>
            <a:endParaRPr lang="en-US" smtClean="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03F31016-92E6-463A-BDF5-980F75FA21B0}" type="slidenum">
              <a:rPr lang="en-US" smtClean="0"/>
              <a:pPr/>
              <a:t>22</a:t>
            </a:fld>
            <a:endParaRPr lang="en-US" smtClean="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34AE4CDB-A756-4E95-93EC-2BAF2FD31430}" type="slidenum">
              <a:rPr lang="en-US" smtClean="0"/>
              <a:pPr/>
              <a:t>23</a:t>
            </a:fld>
            <a:endParaRPr lang="en-US"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7781228E-329E-4777-8D0F-64F91356A8A5}" type="slidenum">
              <a:rPr lang="en-US" smtClean="0"/>
              <a:pPr/>
              <a:t>24</a:t>
            </a:fld>
            <a:endParaRPr lang="en-US"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79AD118A-529C-4E4B-A9FB-0EF1081052A0}" type="slidenum">
              <a:rPr lang="en-US" smtClean="0"/>
              <a:pPr/>
              <a:t>25</a:t>
            </a:fld>
            <a:endParaRPr lang="en-US" smtClean="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B44B6B95-33AA-48B6-85C1-01BD0F470320}" type="slidenum">
              <a:rPr lang="en-US" smtClean="0"/>
              <a:pPr/>
              <a:t>26</a:t>
            </a:fld>
            <a:endParaRPr lang="en-US"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3661FB80-635F-4D62-A0CD-BDEB7D823995}" type="slidenum">
              <a:rPr lang="en-US" smtClean="0"/>
              <a:pPr/>
              <a:t>27</a:t>
            </a:fld>
            <a:endParaRPr lang="en-US" smtClean="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1025B3B9-C802-447E-A092-82B324BA88F7}" type="slidenum">
              <a:rPr lang="en-US" smtClean="0"/>
              <a:pPr/>
              <a:t>28</a:t>
            </a:fld>
            <a:endParaRPr lang="en-US" smtClean="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1025B3B9-C802-447E-A092-82B324BA88F7}" type="slidenum">
              <a:rPr lang="en-US" smtClean="0"/>
              <a:pPr/>
              <a:t>29</a:t>
            </a:fld>
            <a:endParaRPr lang="en-US" smtClean="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r>
              <a:rPr lang="en-US" sz="1200" dirty="0" smtClean="0">
                <a:latin typeface="Times New Roman" pitchFamily="18" charset="0"/>
              </a:rPr>
              <a:t>screen-identifier:  screen field from which data is to be accepted.</a:t>
            </a:r>
          </a:p>
          <a:p>
            <a:r>
              <a:rPr lang="en-US" sz="1200" dirty="0" smtClean="0">
                <a:latin typeface="Times New Roman" pitchFamily="18" charset="0"/>
              </a:rPr>
              <a:t>UNTIL / ESCAPE:  specifies the condition under which the statement is to complete.</a:t>
            </a:r>
          </a:p>
          <a:p>
            <a:r>
              <a:rPr lang="en-US" sz="1100" b="1" dirty="0" smtClean="0"/>
              <a:t>comp-cond-1:  </a:t>
            </a:r>
            <a:r>
              <a:rPr lang="en-US" sz="1100" dirty="0" smtClean="0"/>
              <a:t>specifies the condition statement under which the statement is to terminate with               </a:t>
            </a:r>
          </a:p>
          <a:p>
            <a:r>
              <a:rPr lang="en-US" sz="1100" dirty="0" smtClean="0"/>
              <a:t>                          input data.</a:t>
            </a:r>
          </a:p>
          <a:p>
            <a:r>
              <a:rPr lang="en-US" sz="1100" b="1" dirty="0" smtClean="0"/>
              <a:t>comp-cond-2:  </a:t>
            </a:r>
            <a:r>
              <a:rPr lang="en-US" sz="1100" dirty="0" smtClean="0"/>
              <a:t>specifies the condition statement under which the statement is to terminate </a:t>
            </a:r>
          </a:p>
          <a:p>
            <a:r>
              <a:rPr lang="en-US" sz="1100" dirty="0" smtClean="0"/>
              <a:t>                          without input data.</a:t>
            </a:r>
          </a:p>
          <a:p>
            <a:endParaRPr lang="en-US" sz="1200" dirty="0" smtClean="0">
              <a:latin typeface="Times New Roman" pitchFamily="18" charset="0"/>
            </a:endParaRPr>
          </a:p>
          <a:p>
            <a:r>
              <a:rPr lang="en-US" sz="1200" dirty="0" smtClean="0">
                <a:latin typeface="Times New Roman" pitchFamily="18" charset="0"/>
              </a:rPr>
              <a:t>The following tasks are to be performed if the terminal associated with program is operating in block mode:</a:t>
            </a:r>
          </a:p>
          <a:p>
            <a:pPr>
              <a:buFontTx/>
              <a:buChar char="•"/>
            </a:pPr>
            <a:r>
              <a:rPr lang="en-US" sz="1200" dirty="0" smtClean="0">
                <a:latin typeface="Times New Roman" pitchFamily="18" charset="0"/>
              </a:rPr>
              <a:t>Waits for the response from terminal</a:t>
            </a:r>
          </a:p>
          <a:p>
            <a:pPr>
              <a:buFontTx/>
              <a:buChar char="•"/>
            </a:pPr>
            <a:r>
              <a:rPr lang="en-US" sz="1200" dirty="0" smtClean="0">
                <a:latin typeface="Times New Roman" pitchFamily="18" charset="0"/>
              </a:rPr>
              <a:t>Receives data from terminal</a:t>
            </a:r>
          </a:p>
          <a:p>
            <a:pPr>
              <a:buFontTx/>
              <a:buChar char="•"/>
            </a:pPr>
            <a:r>
              <a:rPr lang="en-US" sz="1200" dirty="0" smtClean="0">
                <a:latin typeface="Times New Roman" pitchFamily="18" charset="0"/>
              </a:rPr>
              <a:t>Returns only valid data to the program</a:t>
            </a:r>
          </a:p>
          <a:p>
            <a:pPr>
              <a:buFontTx/>
              <a:buChar char="•"/>
            </a:pPr>
            <a:r>
              <a:rPr lang="en-US" sz="1200" dirty="0" smtClean="0">
                <a:latin typeface="Times New Roman" pitchFamily="18" charset="0"/>
              </a:rPr>
              <a:t>If any invalid data has been entered and an ADVISORY field is defined then displays an error </a:t>
            </a:r>
          </a:p>
          <a:p>
            <a:r>
              <a:rPr lang="en-US" sz="1200" dirty="0" smtClean="0">
                <a:latin typeface="Times New Roman" pitchFamily="18" charset="0"/>
              </a:rPr>
              <a:t>  message so that a valid data can be reentered.</a:t>
            </a:r>
          </a:p>
          <a:p>
            <a:r>
              <a:rPr lang="en-US" sz="1200" dirty="0" smtClean="0">
                <a:latin typeface="Times New Roman" pitchFamily="18" charset="0"/>
              </a:rPr>
              <a:t>If the terminal associated with is operating in the conversational mode, Accept performs following:</a:t>
            </a:r>
          </a:p>
          <a:p>
            <a:pPr>
              <a:buFontTx/>
              <a:buChar char="•"/>
            </a:pPr>
            <a:r>
              <a:rPr lang="en-US" sz="1200" dirty="0" smtClean="0">
                <a:latin typeface="Times New Roman" pitchFamily="18" charset="0"/>
              </a:rPr>
              <a:t>Displays the prompt value defined for the first screen described with the PROMPT clause.</a:t>
            </a:r>
          </a:p>
          <a:p>
            <a:pPr>
              <a:buFontTx/>
              <a:buChar char="•"/>
            </a:pPr>
            <a:r>
              <a:rPr lang="en-US" sz="1200" dirty="0" smtClean="0">
                <a:latin typeface="Times New Roman" pitchFamily="18" charset="0"/>
              </a:rPr>
              <a:t>Waits for the response of the terminal. If the TIMEOUT phrase is used then the statement   </a:t>
            </a:r>
          </a:p>
          <a:p>
            <a:r>
              <a:rPr lang="en-US" sz="1200" dirty="0" smtClean="0">
                <a:latin typeface="Times New Roman" pitchFamily="18" charset="0"/>
              </a:rPr>
              <a:t>  waits for the corresponding time limit.</a:t>
            </a:r>
          </a:p>
          <a:p>
            <a:pPr>
              <a:buFontTx/>
              <a:buChar char="•"/>
            </a:pPr>
            <a:r>
              <a:rPr lang="en-US" sz="1200" dirty="0" smtClean="0">
                <a:latin typeface="Times New Roman" pitchFamily="18" charset="0"/>
              </a:rPr>
              <a:t>Receives data from the terminal and stores it into WORKING-STORAGE items.</a:t>
            </a:r>
          </a:p>
          <a:p>
            <a:pPr>
              <a:buFontTx/>
              <a:buChar char="•"/>
            </a:pPr>
            <a:r>
              <a:rPr lang="en-US" sz="1200" dirty="0" smtClean="0">
                <a:latin typeface="Times New Roman" pitchFamily="18" charset="0"/>
              </a:rPr>
              <a:t>Returns only valid data to the program</a:t>
            </a:r>
          </a:p>
          <a:p>
            <a:pPr>
              <a:buFontTx/>
              <a:buChar char="•"/>
            </a:pPr>
            <a:r>
              <a:rPr lang="en-US" sz="1200" dirty="0" smtClean="0">
                <a:latin typeface="Times New Roman" pitchFamily="18" charset="0"/>
              </a:rPr>
              <a:t>If any invalid data has been entered and an ADVISORY field is defined then displays an error </a:t>
            </a:r>
          </a:p>
          <a:p>
            <a:r>
              <a:rPr lang="en-US" sz="1200" dirty="0" smtClean="0">
                <a:latin typeface="Times New Roman" pitchFamily="18" charset="0"/>
              </a:rPr>
              <a:t>  message so that a valid data can be reentered.</a:t>
            </a:r>
          </a:p>
          <a:p>
            <a:endParaRPr lang="en-US" sz="1200" dirty="0" smtClean="0">
              <a:latin typeface="Times New Roman" pitchFamily="18" charset="0"/>
            </a:endParaRPr>
          </a:p>
          <a:p>
            <a:r>
              <a:rPr lang="en-US" sz="1200" dirty="0" smtClean="0">
                <a:latin typeface="Times New Roman" pitchFamily="18" charset="0"/>
              </a:rPr>
              <a:t>\</a:t>
            </a:r>
            <a:r>
              <a:rPr lang="en-US" sz="1000" dirty="0" smtClean="0">
                <a:latin typeface="Times New Roman" pitchFamily="18" charset="0"/>
              </a:rPr>
              <a:t>Here:</a:t>
            </a:r>
            <a:endParaRPr lang="en-US" sz="1000" b="1" dirty="0" smtClean="0">
              <a:latin typeface="Times New Roman" pitchFamily="18" charset="0"/>
            </a:endParaRPr>
          </a:p>
          <a:p>
            <a:r>
              <a:rPr lang="en-US" sz="1000" b="1" dirty="0" smtClean="0">
                <a:latin typeface="Times New Roman" pitchFamily="18" charset="0"/>
              </a:rPr>
              <a:t>data-name</a:t>
            </a:r>
            <a:r>
              <a:rPr lang="en-US" sz="1000" dirty="0" smtClean="0">
                <a:latin typeface="Times New Roman" pitchFamily="18" charset="0"/>
              </a:rPr>
              <a:t> is a nonnumeric  data item defined in the WORKING-STORAGE or </a:t>
            </a:r>
          </a:p>
          <a:p>
            <a:r>
              <a:rPr lang="en-US" sz="1000" dirty="0" smtClean="0">
                <a:latin typeface="Times New Roman" pitchFamily="18" charset="0"/>
              </a:rPr>
              <a:t>LINKAGE SECTION , which contains the value of the PROGRAM-ID of another </a:t>
            </a:r>
          </a:p>
          <a:p>
            <a:r>
              <a:rPr lang="en-US" sz="1000" dirty="0" smtClean="0">
                <a:latin typeface="Times New Roman" pitchFamily="18" charset="0"/>
              </a:rPr>
              <a:t>SCREEN COBOL program which is to be called.</a:t>
            </a:r>
          </a:p>
          <a:p>
            <a:pPr lvl="2"/>
            <a:endParaRPr lang="en-US" sz="1000" dirty="0" smtClean="0">
              <a:latin typeface="Times New Roman" pitchFamily="18" charset="0"/>
            </a:endParaRPr>
          </a:p>
          <a:p>
            <a:r>
              <a:rPr lang="en-US" sz="1000" b="1" dirty="0" smtClean="0">
                <a:latin typeface="Times New Roman" pitchFamily="18" charset="0"/>
              </a:rPr>
              <a:t>program-unit-name </a:t>
            </a:r>
            <a:r>
              <a:rPr lang="en-US" sz="1000" dirty="0" smtClean="0">
                <a:latin typeface="Times New Roman" pitchFamily="18" charset="0"/>
              </a:rPr>
              <a:t>is a nonnumeric literal  or an identifier of a nonnumeric literal which </a:t>
            </a:r>
          </a:p>
          <a:p>
            <a:r>
              <a:rPr lang="en-US" sz="1000" dirty="0" smtClean="0">
                <a:latin typeface="Times New Roman" pitchFamily="18" charset="0"/>
              </a:rPr>
              <a:t>gives the PROGRAM-ID of another SCREEN COBOL program which is to be called.</a:t>
            </a:r>
          </a:p>
          <a:p>
            <a:pPr lvl="2"/>
            <a:endParaRPr lang="en-US" sz="1000" b="1" dirty="0" smtClean="0">
              <a:latin typeface="Times New Roman" pitchFamily="18" charset="0"/>
            </a:endParaRPr>
          </a:p>
          <a:p>
            <a:r>
              <a:rPr lang="en-US" sz="1000" b="1" dirty="0" smtClean="0">
                <a:latin typeface="Times New Roman" pitchFamily="18" charset="0"/>
              </a:rPr>
              <a:t>using </a:t>
            </a:r>
            <a:r>
              <a:rPr lang="en-US" sz="1000" dirty="0" smtClean="0">
                <a:latin typeface="Times New Roman" pitchFamily="18" charset="0"/>
              </a:rPr>
              <a:t>phrase is used to pass the data to the called program, but it should be specified in </a:t>
            </a:r>
          </a:p>
          <a:p>
            <a:r>
              <a:rPr lang="en-US" sz="1000" dirty="0" smtClean="0">
                <a:latin typeface="Times New Roman" pitchFamily="18" charset="0"/>
              </a:rPr>
              <a:t>the PROCEDURE DIVISION header of the called program</a:t>
            </a:r>
          </a:p>
          <a:p>
            <a:pPr lvl="2"/>
            <a:endParaRPr lang="en-US" sz="1000" b="1" dirty="0" smtClean="0">
              <a:latin typeface="Times New Roman" pitchFamily="18" charset="0"/>
            </a:endParaRPr>
          </a:p>
          <a:p>
            <a:r>
              <a:rPr lang="en-US" sz="1000" b="1" dirty="0" smtClean="0">
                <a:latin typeface="Times New Roman" pitchFamily="18" charset="0"/>
              </a:rPr>
              <a:t>ON ERROR</a:t>
            </a:r>
            <a:r>
              <a:rPr lang="en-US" sz="1000" dirty="0" smtClean="0">
                <a:latin typeface="Times New Roman" pitchFamily="18" charset="0"/>
              </a:rPr>
              <a:t> provides a point of control if any error has encountered which then performs </a:t>
            </a:r>
          </a:p>
          <a:p>
            <a:r>
              <a:rPr lang="en-US" sz="1000" dirty="0" smtClean="0">
                <a:latin typeface="Times New Roman" pitchFamily="18" charset="0"/>
              </a:rPr>
              <a:t>the corresponding imperative-statement.</a:t>
            </a:r>
          </a:p>
          <a:p>
            <a:endParaRPr lang="en-US" sz="1200" dirty="0" smtClean="0">
              <a:latin typeface="Times New Roman" pitchFamily="18" charset="0"/>
            </a:endParaRPr>
          </a:p>
          <a:p>
            <a:endParaRPr lang="en-US"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1025B3B9-C802-447E-A092-82B324BA88F7}" type="slidenum">
              <a:rPr lang="en-US" smtClean="0"/>
              <a:pPr/>
              <a:t>30</a:t>
            </a:fld>
            <a:endParaRPr lang="en-US" smtClean="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5EE24292-40F3-404D-A6F2-3B9AA2BB8A72}" type="slidenum">
              <a:rPr lang="en-US" smtClean="0"/>
              <a:pPr/>
              <a:t>31</a:t>
            </a:fld>
            <a:endParaRPr lang="en-US"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7DBC2876-4134-48CE-878B-EF76FEB8BF4E}" type="slidenum">
              <a:rPr lang="en-US" smtClean="0"/>
              <a:pPr/>
              <a:t>32</a:t>
            </a:fld>
            <a:endParaRPr lang="en-US"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7DBC2876-4134-48CE-878B-EF76FEB8BF4E}" type="slidenum">
              <a:rPr lang="en-US" smtClean="0"/>
              <a:pPr/>
              <a:t>33</a:t>
            </a:fld>
            <a:endParaRPr lang="en-US"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7DBC2876-4134-48CE-878B-EF76FEB8BF4E}" type="slidenum">
              <a:rPr lang="en-US" smtClean="0"/>
              <a:pPr/>
              <a:t>34</a:t>
            </a:fld>
            <a:endParaRPr lang="en-US"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7DBC2876-4134-48CE-878B-EF76FEB8BF4E}" type="slidenum">
              <a:rPr lang="en-US" smtClean="0"/>
              <a:pPr/>
              <a:t>35</a:t>
            </a:fld>
            <a:endParaRPr lang="en-US"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pPr>
              <a:defRPr/>
            </a:pPr>
            <a:fld id="{32995981-9D16-4E2C-9B0C-804220828221}" type="slidenum">
              <a:rPr lang="en-US" smtClean="0"/>
              <a:pPr>
                <a:defRPr/>
              </a:pPr>
              <a:t>36</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7DBC2876-4134-48CE-878B-EF76FEB8BF4E}" type="slidenum">
              <a:rPr lang="en-US" smtClean="0"/>
              <a:pPr/>
              <a:t>37</a:t>
            </a:fld>
            <a:endParaRPr lang="en-US"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Freeform 3"/>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a:defRPr/>
            </a:pPr>
            <a:endParaRPr kumimoji="0" lang="en-US"/>
          </a:p>
        </p:txBody>
      </p:sp>
      <p:sp>
        <p:nvSpPr>
          <p:cNvPr id="9" name="Title 8"/>
          <p:cNvSpPr>
            <a:spLocks noGrp="1"/>
          </p:cNvSpPr>
          <p:nvPr>
            <p:ph type="ctrTitle"/>
          </p:nvPr>
        </p:nvSpPr>
        <p:spPr>
          <a:xfrm>
            <a:off x="429064" y="3337560"/>
            <a:ext cx="6480048" cy="2301240"/>
          </a:xfrm>
        </p:spPr>
        <p:txBody>
          <a:bodyPr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en-US" smtClean="0"/>
              <a:t>Click to edit Master title style</a:t>
            </a:r>
            <a:endParaRPr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6" name="Date Placeholder 29"/>
          <p:cNvSpPr>
            <a:spLocks noGrp="1"/>
          </p:cNvSpPr>
          <p:nvPr>
            <p:ph type="dt" sz="half" idx="10"/>
          </p:nvPr>
        </p:nvSpPr>
        <p:spPr/>
        <p:txBody>
          <a:bodyPr/>
          <a:lstStyle>
            <a:lvl1pPr>
              <a:defRPr/>
            </a:lvl1pPr>
          </a:lstStyle>
          <a:p>
            <a:pPr>
              <a:defRPr/>
            </a:pPr>
            <a:endParaRPr lang="en-AU"/>
          </a:p>
        </p:txBody>
      </p:sp>
      <p:sp>
        <p:nvSpPr>
          <p:cNvPr id="7" name="Footer Placeholder 18"/>
          <p:cNvSpPr>
            <a:spLocks noGrp="1"/>
          </p:cNvSpPr>
          <p:nvPr>
            <p:ph type="ftr" sz="quarter" idx="11"/>
          </p:nvPr>
        </p:nvSpPr>
        <p:spPr/>
        <p:txBody>
          <a:bodyPr/>
          <a:lstStyle>
            <a:lvl1pPr>
              <a:defRPr/>
            </a:lvl1pPr>
          </a:lstStyle>
          <a:p>
            <a:pPr>
              <a:defRPr/>
            </a:pPr>
            <a:endParaRPr lang="en-AU"/>
          </a:p>
        </p:txBody>
      </p:sp>
      <p:sp>
        <p:nvSpPr>
          <p:cNvPr id="8" name="Slide Number Placeholder 26"/>
          <p:cNvSpPr>
            <a:spLocks noGrp="1"/>
          </p:cNvSpPr>
          <p:nvPr>
            <p:ph type="sldNum" sz="quarter" idx="12"/>
          </p:nvPr>
        </p:nvSpPr>
        <p:spPr/>
        <p:txBody>
          <a:bodyPr/>
          <a:lstStyle>
            <a:lvl1pPr>
              <a:defRPr/>
            </a:lvl1pPr>
          </a:lstStyle>
          <a:p>
            <a:pPr>
              <a:defRPr/>
            </a:pPr>
            <a:fld id="{418B34CB-EF6E-4056-825D-97E564717B25}" type="slidenum">
              <a:rPr lang="en-AU" smtClean="0"/>
              <a:pPr>
                <a:defRPr/>
              </a:pPr>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AU"/>
          </a:p>
        </p:txBody>
      </p:sp>
      <p:sp>
        <p:nvSpPr>
          <p:cNvPr id="6" name="Footer Placeholder 4"/>
          <p:cNvSpPr>
            <a:spLocks noGrp="1"/>
          </p:cNvSpPr>
          <p:nvPr>
            <p:ph type="ftr" sz="quarter" idx="11"/>
          </p:nvPr>
        </p:nvSpPr>
        <p:spPr/>
        <p:txBody>
          <a:bodyPr/>
          <a:lstStyle>
            <a:lvl1pPr>
              <a:defRPr/>
            </a:lvl1pPr>
          </a:lstStyle>
          <a:p>
            <a:pPr>
              <a:defRPr/>
            </a:pPr>
            <a:endParaRPr lang="en-AU"/>
          </a:p>
        </p:txBody>
      </p:sp>
      <p:sp>
        <p:nvSpPr>
          <p:cNvPr id="7" name="Slide Number Placeholder 5"/>
          <p:cNvSpPr>
            <a:spLocks noGrp="1"/>
          </p:cNvSpPr>
          <p:nvPr>
            <p:ph type="sldNum" sz="quarter" idx="12"/>
          </p:nvPr>
        </p:nvSpPr>
        <p:spPr/>
        <p:txBody>
          <a:bodyPr/>
          <a:lstStyle>
            <a:lvl1pPr>
              <a:defRPr/>
            </a:lvl1pPr>
          </a:lstStyle>
          <a:p>
            <a:pPr>
              <a:defRPr/>
            </a:pPr>
            <a:fld id="{76A3F8F1-7A98-4FA5-8C52-73AC05D46E90}" type="slidenum">
              <a:rPr lang="en-AU" smtClean="0"/>
              <a:pPr>
                <a:defRPr/>
              </a:pPr>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Freeform 3"/>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a:defRPr/>
            </a:pPr>
            <a:endParaRPr kumimoji="0" lang="en-US"/>
          </a:p>
        </p:txBody>
      </p:sp>
      <p:sp>
        <p:nvSpPr>
          <p:cNvPr id="5" name="Freeform 4"/>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a:defRPr/>
            </a:pPr>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en-US" smtClean="0"/>
              <a:t>Click to edit Master title style</a:t>
            </a:r>
            <a:endParaRPr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lstStyle>
          <a:p>
            <a:pPr>
              <a:defRPr/>
            </a:pPr>
            <a:endParaRPr lang="en-AU"/>
          </a:p>
        </p:txBody>
      </p:sp>
      <p:sp>
        <p:nvSpPr>
          <p:cNvPr id="7" name="Footer Placeholder 4"/>
          <p:cNvSpPr>
            <a:spLocks noGrp="1"/>
          </p:cNvSpPr>
          <p:nvPr>
            <p:ph type="ftr" sz="quarter" idx="11"/>
          </p:nvPr>
        </p:nvSpPr>
        <p:spPr/>
        <p:txBody>
          <a:bodyPr/>
          <a:lstStyle>
            <a:lvl1pPr>
              <a:defRPr/>
            </a:lvl1pPr>
          </a:lstStyle>
          <a:p>
            <a:pPr>
              <a:defRPr/>
            </a:pPr>
            <a:endParaRPr lang="en-AU"/>
          </a:p>
        </p:txBody>
      </p:sp>
      <p:sp>
        <p:nvSpPr>
          <p:cNvPr id="8" name="Slide Number Placeholder 5"/>
          <p:cNvSpPr>
            <a:spLocks noGrp="1"/>
          </p:cNvSpPr>
          <p:nvPr>
            <p:ph type="sldNum" sz="quarter" idx="12"/>
          </p:nvPr>
        </p:nvSpPr>
        <p:spPr/>
        <p:txBody>
          <a:bodyPr/>
          <a:lstStyle>
            <a:lvl1pPr>
              <a:defRPr/>
            </a:lvl1pPr>
          </a:lstStyle>
          <a:p>
            <a:pPr>
              <a:defRPr/>
            </a:pPr>
            <a:fld id="{908FD5C1-DD21-44F3-AE8B-89F332E9D4DA}" type="slidenum">
              <a:rPr lang="en-AU" smtClean="0"/>
              <a:pPr>
                <a:defRPr/>
              </a:pPr>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endParaRPr lang="en-AU"/>
          </a:p>
        </p:txBody>
      </p:sp>
      <p:sp>
        <p:nvSpPr>
          <p:cNvPr id="6" name="Footer Placeholder 21"/>
          <p:cNvSpPr>
            <a:spLocks noGrp="1"/>
          </p:cNvSpPr>
          <p:nvPr>
            <p:ph type="ftr" sz="quarter" idx="11"/>
          </p:nvPr>
        </p:nvSpPr>
        <p:spPr/>
        <p:txBody>
          <a:bodyPr/>
          <a:lstStyle>
            <a:lvl1pPr>
              <a:defRPr/>
            </a:lvl1pPr>
          </a:lstStyle>
          <a:p>
            <a:pPr>
              <a:defRPr/>
            </a:pPr>
            <a:endParaRPr lang="en-AU"/>
          </a:p>
        </p:txBody>
      </p:sp>
      <p:sp>
        <p:nvSpPr>
          <p:cNvPr id="7" name="Slide Number Placeholder 17"/>
          <p:cNvSpPr>
            <a:spLocks noGrp="1"/>
          </p:cNvSpPr>
          <p:nvPr>
            <p:ph type="sldNum" sz="quarter" idx="12"/>
          </p:nvPr>
        </p:nvSpPr>
        <p:spPr/>
        <p:txBody>
          <a:bodyPr/>
          <a:lstStyle>
            <a:lvl1pPr>
              <a:defRPr/>
            </a:lvl1pPr>
          </a:lstStyle>
          <a:p>
            <a:pPr>
              <a:defRPr/>
            </a:pPr>
            <a:fld id="{44D36F98-687E-40D9-8F12-C678F9C4B374}" type="slidenum">
              <a:rPr lang="en-AU" smtClean="0"/>
              <a:pPr>
                <a:defRPr/>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5486400"/>
            <a:ext cx="4040188"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p:txBody>
          <a:bodyPr/>
          <a:lstStyle>
            <a:lvl1pPr>
              <a:defRPr/>
            </a:lvl1pPr>
          </a:lstStyle>
          <a:p>
            <a:pPr>
              <a:defRPr/>
            </a:pPr>
            <a:endParaRPr lang="en-AU"/>
          </a:p>
        </p:txBody>
      </p:sp>
      <p:sp>
        <p:nvSpPr>
          <p:cNvPr id="8" name="Footer Placeholder 21"/>
          <p:cNvSpPr>
            <a:spLocks noGrp="1"/>
          </p:cNvSpPr>
          <p:nvPr>
            <p:ph type="ftr" sz="quarter" idx="11"/>
          </p:nvPr>
        </p:nvSpPr>
        <p:spPr/>
        <p:txBody>
          <a:bodyPr/>
          <a:lstStyle>
            <a:lvl1pPr>
              <a:defRPr/>
            </a:lvl1pPr>
          </a:lstStyle>
          <a:p>
            <a:pPr>
              <a:defRPr/>
            </a:pPr>
            <a:endParaRPr lang="en-AU"/>
          </a:p>
        </p:txBody>
      </p:sp>
      <p:sp>
        <p:nvSpPr>
          <p:cNvPr id="9" name="Slide Number Placeholder 17"/>
          <p:cNvSpPr>
            <a:spLocks noGrp="1"/>
          </p:cNvSpPr>
          <p:nvPr>
            <p:ph type="sldNum" sz="quarter" idx="12"/>
          </p:nvPr>
        </p:nvSpPr>
        <p:spPr/>
        <p:txBody>
          <a:bodyPr/>
          <a:lstStyle>
            <a:lvl1pPr>
              <a:defRPr/>
            </a:lvl1pPr>
          </a:lstStyle>
          <a:p>
            <a:pPr>
              <a:defRPr/>
            </a:pPr>
            <a:fld id="{AEDA00F2-D639-4100-A617-899396AE61E3}" type="slidenum">
              <a:rPr lang="en-AU" smtClean="0"/>
              <a:pPr>
                <a:defRPr/>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lstStyle>
            <a:lvl1pPr algn="l">
              <a:defRPr sz="4600"/>
            </a:lvl1pPr>
          </a:lstStyle>
          <a:p>
            <a:r>
              <a:rPr lang="en-US" smtClean="0"/>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endParaRPr lang="en-AU"/>
          </a:p>
        </p:txBody>
      </p:sp>
      <p:sp>
        <p:nvSpPr>
          <p:cNvPr id="4" name="Footer Placeholder 21"/>
          <p:cNvSpPr>
            <a:spLocks noGrp="1"/>
          </p:cNvSpPr>
          <p:nvPr>
            <p:ph type="ftr" sz="quarter" idx="11"/>
          </p:nvPr>
        </p:nvSpPr>
        <p:spPr/>
        <p:txBody>
          <a:bodyPr/>
          <a:lstStyle>
            <a:lvl1pPr>
              <a:defRPr/>
            </a:lvl1pPr>
          </a:lstStyle>
          <a:p>
            <a:pPr>
              <a:defRPr/>
            </a:pPr>
            <a:endParaRPr lang="en-AU"/>
          </a:p>
        </p:txBody>
      </p:sp>
      <p:sp>
        <p:nvSpPr>
          <p:cNvPr id="5" name="Slide Number Placeholder 17"/>
          <p:cNvSpPr>
            <a:spLocks noGrp="1"/>
          </p:cNvSpPr>
          <p:nvPr>
            <p:ph type="sldNum" sz="quarter" idx="12"/>
          </p:nvPr>
        </p:nvSpPr>
        <p:spPr/>
        <p:txBody>
          <a:bodyPr/>
          <a:lstStyle>
            <a:lvl1pPr>
              <a:defRPr/>
            </a:lvl1pPr>
          </a:lstStyle>
          <a:p>
            <a:pPr>
              <a:defRPr/>
            </a:pPr>
            <a:fld id="{1822541F-705D-444A-97DF-F566E8673AED}" type="slidenum">
              <a:rPr lang="en-AU" smtClean="0"/>
              <a:pPr>
                <a:defRPr/>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AU"/>
          </a:p>
        </p:txBody>
      </p:sp>
      <p:sp>
        <p:nvSpPr>
          <p:cNvPr id="3" name="Footer Placeholder 21"/>
          <p:cNvSpPr>
            <a:spLocks noGrp="1"/>
          </p:cNvSpPr>
          <p:nvPr>
            <p:ph type="ftr" sz="quarter" idx="11"/>
          </p:nvPr>
        </p:nvSpPr>
        <p:spPr/>
        <p:txBody>
          <a:bodyPr/>
          <a:lstStyle>
            <a:lvl1pPr>
              <a:defRPr/>
            </a:lvl1pPr>
          </a:lstStyle>
          <a:p>
            <a:pPr>
              <a:defRPr/>
            </a:pPr>
            <a:endParaRPr lang="en-AU"/>
          </a:p>
        </p:txBody>
      </p:sp>
      <p:sp>
        <p:nvSpPr>
          <p:cNvPr id="4" name="Slide Number Placeholder 17"/>
          <p:cNvSpPr>
            <a:spLocks noGrp="1"/>
          </p:cNvSpPr>
          <p:nvPr>
            <p:ph type="sldNum" sz="quarter" idx="12"/>
          </p:nvPr>
        </p:nvSpPr>
        <p:spPr/>
        <p:txBody>
          <a:bodyPr/>
          <a:lstStyle>
            <a:lvl1pPr>
              <a:defRPr/>
            </a:lvl1pPr>
          </a:lstStyle>
          <a:p>
            <a:pPr>
              <a:defRPr/>
            </a:pPr>
            <a:fld id="{39937D93-5CB8-49E5-985E-48ED069EEE23}" type="slidenum">
              <a:rPr lang="en-AU" smtClean="0"/>
              <a:pPr>
                <a:defRPr/>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lang="en-US" smtClean="0"/>
              <a:t>Click to edit Master title style</a:t>
            </a:r>
            <a:endParaRPr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pPr>
              <a:defRPr/>
            </a:pPr>
            <a:endParaRPr lang="en-AU"/>
          </a:p>
        </p:txBody>
      </p:sp>
      <p:sp>
        <p:nvSpPr>
          <p:cNvPr id="6" name="Footer Placeholder 5"/>
          <p:cNvSpPr>
            <a:spLocks noGrp="1"/>
          </p:cNvSpPr>
          <p:nvPr>
            <p:ph type="ftr" sz="quarter" idx="11"/>
          </p:nvPr>
        </p:nvSpPr>
        <p:spPr/>
        <p:txBody>
          <a:bodyPr/>
          <a:lstStyle>
            <a:lvl1pPr>
              <a:defRPr/>
            </a:lvl1pPr>
          </a:lstStyle>
          <a:p>
            <a:pPr>
              <a:defRPr/>
            </a:pPr>
            <a:endParaRPr lang="en-AU"/>
          </a:p>
        </p:txBody>
      </p:sp>
      <p:sp>
        <p:nvSpPr>
          <p:cNvPr id="7" name="Slide Number Placeholder 6"/>
          <p:cNvSpPr>
            <a:spLocks noGrp="1"/>
          </p:cNvSpPr>
          <p:nvPr>
            <p:ph type="sldNum" sz="quarter" idx="12"/>
          </p:nvPr>
        </p:nvSpPr>
        <p:spPr>
          <a:xfrm>
            <a:off x="8156575" y="6421438"/>
            <a:ext cx="762000" cy="365125"/>
          </a:xfrm>
        </p:spPr>
        <p:txBody>
          <a:bodyPr/>
          <a:lstStyle>
            <a:lvl1pPr>
              <a:defRPr/>
            </a:lvl1pPr>
          </a:lstStyle>
          <a:p>
            <a:pPr>
              <a:defRPr/>
            </a:pPr>
            <a:fld id="{DA1571C6-39D3-452B-B8D9-CFE9E92598BC}" type="slidenum">
              <a:rPr lang="en-AU" smtClean="0"/>
              <a:pPr>
                <a:defRPr/>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a:r>
              <a:rPr lang="en-US" smtClean="0"/>
              <a:t>Click to edit Master text styles</a:t>
            </a:r>
          </a:p>
        </p:txBody>
      </p:sp>
      <p:sp>
        <p:nvSpPr>
          <p:cNvPr id="5" name="Date Placeholder 9"/>
          <p:cNvSpPr>
            <a:spLocks noGrp="1"/>
          </p:cNvSpPr>
          <p:nvPr>
            <p:ph type="dt" sz="half" idx="10"/>
          </p:nvPr>
        </p:nvSpPr>
        <p:spPr/>
        <p:txBody>
          <a:bodyPr/>
          <a:lstStyle>
            <a:lvl1pPr>
              <a:defRPr/>
            </a:lvl1pPr>
          </a:lstStyle>
          <a:p>
            <a:pPr>
              <a:defRPr/>
            </a:pPr>
            <a:endParaRPr lang="en-AU" dirty="0"/>
          </a:p>
        </p:txBody>
      </p:sp>
      <p:sp>
        <p:nvSpPr>
          <p:cNvPr id="6" name="Footer Placeholder 21"/>
          <p:cNvSpPr>
            <a:spLocks noGrp="1"/>
          </p:cNvSpPr>
          <p:nvPr>
            <p:ph type="ftr" sz="quarter" idx="11"/>
          </p:nvPr>
        </p:nvSpPr>
        <p:spPr/>
        <p:txBody>
          <a:bodyPr/>
          <a:lstStyle>
            <a:lvl1pPr>
              <a:defRPr/>
            </a:lvl1pPr>
          </a:lstStyle>
          <a:p>
            <a:pPr>
              <a:defRPr/>
            </a:pPr>
            <a:endParaRPr lang="en-AU"/>
          </a:p>
        </p:txBody>
      </p:sp>
      <p:sp>
        <p:nvSpPr>
          <p:cNvPr id="7" name="Slide Number Placeholder 17"/>
          <p:cNvSpPr>
            <a:spLocks noGrp="1"/>
          </p:cNvSpPr>
          <p:nvPr>
            <p:ph type="sldNum" sz="quarter" idx="12"/>
          </p:nvPr>
        </p:nvSpPr>
        <p:spPr/>
        <p:txBody>
          <a:bodyPr/>
          <a:lstStyle>
            <a:lvl1pPr>
              <a:defRPr/>
            </a:lvl1pPr>
          </a:lstStyle>
          <a:p>
            <a:pPr>
              <a:defRPr/>
            </a:pPr>
            <a:fld id="{578EE939-8DC9-4824-8629-6D631FEBB0C8}" type="slidenum">
              <a:rPr lang="en-AU" smtClean="0"/>
              <a:pPr>
                <a:defRPr/>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AU"/>
          </a:p>
        </p:txBody>
      </p:sp>
      <p:sp>
        <p:nvSpPr>
          <p:cNvPr id="5" name="Footer Placeholder 21"/>
          <p:cNvSpPr>
            <a:spLocks noGrp="1"/>
          </p:cNvSpPr>
          <p:nvPr>
            <p:ph type="ftr" sz="quarter" idx="11"/>
          </p:nvPr>
        </p:nvSpPr>
        <p:spPr/>
        <p:txBody>
          <a:bodyPr/>
          <a:lstStyle>
            <a:lvl1pPr>
              <a:defRPr/>
            </a:lvl1pPr>
          </a:lstStyle>
          <a:p>
            <a:pPr>
              <a:defRPr/>
            </a:pPr>
            <a:endParaRPr lang="en-AU"/>
          </a:p>
        </p:txBody>
      </p:sp>
      <p:sp>
        <p:nvSpPr>
          <p:cNvPr id="6" name="Slide Number Placeholder 17"/>
          <p:cNvSpPr>
            <a:spLocks noGrp="1"/>
          </p:cNvSpPr>
          <p:nvPr>
            <p:ph type="sldNum" sz="quarter" idx="12"/>
          </p:nvPr>
        </p:nvSpPr>
        <p:spPr/>
        <p:txBody>
          <a:bodyPr/>
          <a:lstStyle>
            <a:lvl1pPr>
              <a:defRPr/>
            </a:lvl1pPr>
          </a:lstStyle>
          <a:p>
            <a:pPr>
              <a:defRPr/>
            </a:pPr>
            <a:fld id="{3ED203B9-C39F-4AB5-9D98-7147D2887201}" type="slidenum">
              <a:rPr lang="en-AU" smtClean="0"/>
              <a:pPr>
                <a:defRPr/>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AU"/>
          </a:p>
        </p:txBody>
      </p:sp>
      <p:sp>
        <p:nvSpPr>
          <p:cNvPr id="5" name="Footer Placeholder 21"/>
          <p:cNvSpPr>
            <a:spLocks noGrp="1"/>
          </p:cNvSpPr>
          <p:nvPr>
            <p:ph type="ftr" sz="quarter" idx="11"/>
          </p:nvPr>
        </p:nvSpPr>
        <p:spPr/>
        <p:txBody>
          <a:bodyPr/>
          <a:lstStyle>
            <a:lvl1pPr>
              <a:defRPr/>
            </a:lvl1pPr>
          </a:lstStyle>
          <a:p>
            <a:pPr>
              <a:defRPr/>
            </a:pPr>
            <a:endParaRPr lang="en-AU"/>
          </a:p>
        </p:txBody>
      </p:sp>
      <p:sp>
        <p:nvSpPr>
          <p:cNvPr id="6" name="Slide Number Placeholder 17"/>
          <p:cNvSpPr>
            <a:spLocks noGrp="1"/>
          </p:cNvSpPr>
          <p:nvPr>
            <p:ph type="sldNum" sz="quarter" idx="12"/>
          </p:nvPr>
        </p:nvSpPr>
        <p:spPr/>
        <p:txBody>
          <a:bodyPr/>
          <a:lstStyle>
            <a:lvl1pPr>
              <a:defRPr/>
            </a:lvl1pPr>
          </a:lstStyle>
          <a:p>
            <a:pPr>
              <a:defRPr/>
            </a:pPr>
            <a:fld id="{06EA1A5C-8BB8-45B5-A372-25F05439E0F5}" type="slidenum">
              <a:rPr lang="en-AU" smtClean="0"/>
              <a:pPr>
                <a:defRPr/>
              </a:pPr>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03399"/>
            </a:gs>
            <a:gs pos="100000">
              <a:schemeClr val="bg2">
                <a:shade val="35000"/>
                <a:satMod val="155000"/>
              </a:schemeClr>
            </a:gs>
          </a:gsLst>
          <a:path path="circle">
            <a:fillToRect l="60000" t="50000" r="40000" b="50000"/>
          </a:path>
          <a:tileRect/>
        </a:gradFill>
        <a:effectLst/>
      </p:bgPr>
    </p:bg>
    <p:spTree>
      <p:nvGrpSpPr>
        <p:cNvPr id="1" name=""/>
        <p:cNvGrpSpPr/>
        <p:nvPr/>
      </p:nvGrpSpPr>
      <p:grpSpPr>
        <a:xfrm>
          <a:off x="0" y="0"/>
          <a:ext cx="0" cy="0"/>
          <a:chOff x="0" y="0"/>
          <a:chExt cx="0" cy="0"/>
        </a:xfrm>
      </p:grpSpPr>
      <p:sp>
        <p:nvSpPr>
          <p:cNvPr id="12" name="Freeform 11"/>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a:defRPr/>
            </a:pPr>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a:defRPr/>
            </a:pPr>
            <a:endParaRPr kumimoji="0" lang="en-US"/>
          </a:p>
        </p:txBody>
      </p:sp>
      <p:sp>
        <p:nvSpPr>
          <p:cNvPr id="2052" name="Title Placeholder 8"/>
          <p:cNvSpPr>
            <a:spLocks noGrp="1"/>
          </p:cNvSpPr>
          <p:nvPr>
            <p:ph type="title"/>
          </p:nvPr>
        </p:nvSpPr>
        <p:spPr bwMode="auto">
          <a:xfrm>
            <a:off x="457200" y="274638"/>
            <a:ext cx="7467600" cy="11430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smtClean="0"/>
              <a:t>Click to edit Master title style</a:t>
            </a:r>
          </a:p>
        </p:txBody>
      </p:sp>
      <p:sp>
        <p:nvSpPr>
          <p:cNvPr id="2053" name="Text Placeholder 29"/>
          <p:cNvSpPr>
            <a:spLocks noGrp="1"/>
          </p:cNvSpPr>
          <p:nvPr>
            <p:ph type="body" idx="1"/>
          </p:nvPr>
        </p:nvSpPr>
        <p:spPr bwMode="auto">
          <a:xfrm>
            <a:off x="457200" y="1600200"/>
            <a:ext cx="7467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457200" y="6421438"/>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pPr>
              <a:defRPr/>
            </a:pPr>
            <a:endParaRPr lang="en-AU"/>
          </a:p>
        </p:txBody>
      </p:sp>
      <p:sp>
        <p:nvSpPr>
          <p:cNvPr id="22" name="Footer Placeholder 21"/>
          <p:cNvSpPr>
            <a:spLocks noGrp="1"/>
          </p:cNvSpPr>
          <p:nvPr>
            <p:ph type="ftr" sz="quarter" idx="3"/>
          </p:nvPr>
        </p:nvSpPr>
        <p:spPr>
          <a:xfrm>
            <a:off x="3124200" y="6421438"/>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pPr>
              <a:defRPr/>
            </a:pPr>
            <a:endParaRPr lang="en-AU"/>
          </a:p>
        </p:txBody>
      </p:sp>
      <p:sp>
        <p:nvSpPr>
          <p:cNvPr id="18" name="Slide Number Placeholder 17"/>
          <p:cNvSpPr>
            <a:spLocks noGrp="1"/>
          </p:cNvSpPr>
          <p:nvPr>
            <p:ph type="sldNum" sz="quarter" idx="4"/>
          </p:nvPr>
        </p:nvSpPr>
        <p:spPr>
          <a:xfrm>
            <a:off x="8153400" y="6421438"/>
            <a:ext cx="762000" cy="365125"/>
          </a:xfrm>
          <a:prstGeom prst="rect">
            <a:avLst/>
          </a:prstGeom>
        </p:spPr>
        <p:txBody>
          <a:bodyPr vert="horz" lIns="0" tIns="0" rIns="0" bIns="0" anchor="b"/>
          <a:lstStyle>
            <a:lvl1pPr algn="r" eaLnBrk="1" latinLnBrk="0" hangingPunct="1">
              <a:defRPr kumimoji="0" sz="1000" smtClean="0">
                <a:solidFill>
                  <a:schemeClr val="tx2">
                    <a:shade val="50000"/>
                  </a:schemeClr>
                </a:solidFill>
              </a:defRPr>
            </a:lvl1pPr>
          </a:lstStyle>
          <a:p>
            <a:pPr>
              <a:defRPr/>
            </a:pPr>
            <a:fld id="{6ACA8A05-8E64-48F3-AB20-7E56AA3C8B78}" type="slidenum">
              <a:rPr lang="en-AU" smtClean="0"/>
              <a:pPr>
                <a:defRPr/>
              </a:pPr>
              <a:t>‹#›</a:t>
            </a:fld>
            <a:endParaRPr lang="en-AU"/>
          </a:p>
        </p:txBody>
      </p:sp>
      <p:pic>
        <p:nvPicPr>
          <p:cNvPr id="9" name="Picture 12" descr="concerto logo.JPG"/>
          <p:cNvPicPr>
            <a:picLocks noChangeAspect="1"/>
          </p:cNvPicPr>
          <p:nvPr userDrawn="1"/>
        </p:nvPicPr>
        <p:blipFill>
          <a:blip r:embed="rId13" cstate="print"/>
          <a:srcRect/>
          <a:stretch>
            <a:fillRect/>
          </a:stretch>
        </p:blipFill>
        <p:spPr bwMode="auto">
          <a:xfrm>
            <a:off x="7543800" y="457200"/>
            <a:ext cx="1466850" cy="423863"/>
          </a:xfrm>
          <a:prstGeom prst="rect">
            <a:avLst/>
          </a:prstGeom>
          <a:noFill/>
          <a:ln w="9525">
            <a:noFill/>
            <a:miter lim="800000"/>
            <a:headEnd/>
            <a:tailEnd/>
          </a:ln>
        </p:spPr>
      </p:pic>
    </p:spTree>
  </p:cSld>
  <p:clrMap bg1="dk1" tx1="lt1" bg2="dk2" tx2="lt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Lst>
  <p:txStyles>
    <p:titleStyle>
      <a:lvl1pPr algn="l" rtl="0" eaLnBrk="1" fontAlgn="base" hangingPunct="1">
        <a:spcBef>
          <a:spcPct val="0"/>
        </a:spcBef>
        <a:spcAft>
          <a:spcPct val="0"/>
        </a:spcAft>
        <a:defRPr sz="4600" kern="1200">
          <a:solidFill>
            <a:schemeClr val="tx1"/>
          </a:solidFill>
          <a:latin typeface="+mj-lt"/>
          <a:ea typeface="+mj-ea"/>
          <a:cs typeface="+mj-cs"/>
        </a:defRPr>
      </a:lvl1pPr>
      <a:lvl2pPr algn="l" rtl="0" eaLnBrk="1" fontAlgn="base" hangingPunct="1">
        <a:spcBef>
          <a:spcPct val="0"/>
        </a:spcBef>
        <a:spcAft>
          <a:spcPct val="0"/>
        </a:spcAft>
        <a:defRPr sz="4600">
          <a:solidFill>
            <a:schemeClr val="tx1"/>
          </a:solidFill>
          <a:latin typeface="Franklin Gothic Book" pitchFamily="34" charset="0"/>
        </a:defRPr>
      </a:lvl2pPr>
      <a:lvl3pPr algn="l" rtl="0" eaLnBrk="1" fontAlgn="base" hangingPunct="1">
        <a:spcBef>
          <a:spcPct val="0"/>
        </a:spcBef>
        <a:spcAft>
          <a:spcPct val="0"/>
        </a:spcAft>
        <a:defRPr sz="4600">
          <a:solidFill>
            <a:schemeClr val="tx1"/>
          </a:solidFill>
          <a:latin typeface="Franklin Gothic Book" pitchFamily="34" charset="0"/>
        </a:defRPr>
      </a:lvl3pPr>
      <a:lvl4pPr algn="l" rtl="0" eaLnBrk="1" fontAlgn="base" hangingPunct="1">
        <a:spcBef>
          <a:spcPct val="0"/>
        </a:spcBef>
        <a:spcAft>
          <a:spcPct val="0"/>
        </a:spcAft>
        <a:defRPr sz="4600">
          <a:solidFill>
            <a:schemeClr val="tx1"/>
          </a:solidFill>
          <a:latin typeface="Franklin Gothic Book" pitchFamily="34" charset="0"/>
        </a:defRPr>
      </a:lvl4pPr>
      <a:lvl5pPr algn="l" rtl="0" eaLnBrk="1" fontAlgn="base" hangingPunct="1">
        <a:spcBef>
          <a:spcPct val="0"/>
        </a:spcBef>
        <a:spcAft>
          <a:spcPct val="0"/>
        </a:spcAft>
        <a:defRPr sz="4600">
          <a:solidFill>
            <a:schemeClr val="tx1"/>
          </a:solidFill>
          <a:latin typeface="Franklin Gothic Book" pitchFamily="34" charset="0"/>
        </a:defRPr>
      </a:lvl5pPr>
      <a:lvl6pPr marL="457200" algn="l" rtl="0" eaLnBrk="1" fontAlgn="base" hangingPunct="1">
        <a:spcBef>
          <a:spcPct val="0"/>
        </a:spcBef>
        <a:spcAft>
          <a:spcPct val="0"/>
        </a:spcAft>
        <a:defRPr sz="4600">
          <a:solidFill>
            <a:schemeClr val="tx1"/>
          </a:solidFill>
          <a:latin typeface="Franklin Gothic Book" pitchFamily="34" charset="0"/>
        </a:defRPr>
      </a:lvl6pPr>
      <a:lvl7pPr marL="914400" algn="l" rtl="0" eaLnBrk="1" fontAlgn="base" hangingPunct="1">
        <a:spcBef>
          <a:spcPct val="0"/>
        </a:spcBef>
        <a:spcAft>
          <a:spcPct val="0"/>
        </a:spcAft>
        <a:defRPr sz="4600">
          <a:solidFill>
            <a:schemeClr val="tx1"/>
          </a:solidFill>
          <a:latin typeface="Franklin Gothic Book" pitchFamily="34" charset="0"/>
        </a:defRPr>
      </a:lvl7pPr>
      <a:lvl8pPr marL="1371600" algn="l" rtl="0" eaLnBrk="1" fontAlgn="base" hangingPunct="1">
        <a:spcBef>
          <a:spcPct val="0"/>
        </a:spcBef>
        <a:spcAft>
          <a:spcPct val="0"/>
        </a:spcAft>
        <a:defRPr sz="4600">
          <a:solidFill>
            <a:schemeClr val="tx1"/>
          </a:solidFill>
          <a:latin typeface="Franklin Gothic Book" pitchFamily="34" charset="0"/>
        </a:defRPr>
      </a:lvl8pPr>
      <a:lvl9pPr marL="1828800" algn="l" rtl="0" eaLnBrk="1" fontAlgn="base" hangingPunct="1">
        <a:spcBef>
          <a:spcPct val="0"/>
        </a:spcBef>
        <a:spcAft>
          <a:spcPct val="0"/>
        </a:spcAft>
        <a:defRPr sz="4600">
          <a:solidFill>
            <a:schemeClr val="tx1"/>
          </a:solidFill>
          <a:latin typeface="Franklin Gothic Book" pitchFamily="34" charset="0"/>
        </a:defRPr>
      </a:lvl9pPr>
    </p:titleStyle>
    <p:bodyStyle>
      <a:lvl1pPr marL="419100" indent="-382588" algn="l" rtl="0" eaLnBrk="1" fontAlgn="base" hangingPunct="1">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722313" indent="-273050" algn="l" rtl="0" eaLnBrk="1" fontAlgn="base" hangingPunct="1">
        <a:spcBef>
          <a:spcPct val="20000"/>
        </a:spcBef>
        <a:spcAft>
          <a:spcPct val="0"/>
        </a:spcAft>
        <a:buClr>
          <a:schemeClr val="accent1"/>
        </a:buClr>
        <a:buSzPct val="90000"/>
        <a:buFont typeface="Wingdings 2" pitchFamily="18" charset="2"/>
        <a:buChar char=""/>
        <a:defRPr sz="2600" kern="1200">
          <a:solidFill>
            <a:schemeClr val="tx1"/>
          </a:solidFill>
          <a:latin typeface="+mn-lt"/>
          <a:ea typeface="+mn-ea"/>
          <a:cs typeface="+mn-cs"/>
        </a:defRPr>
      </a:lvl2pPr>
      <a:lvl3pPr marL="1004888" indent="-255588" algn="l" rtl="0" eaLnBrk="1" fontAlgn="base" hangingPunct="1">
        <a:spcBef>
          <a:spcPct val="20000"/>
        </a:spcBef>
        <a:spcAft>
          <a:spcPct val="0"/>
        </a:spcAft>
        <a:buClr>
          <a:schemeClr val="accent2"/>
        </a:buClr>
        <a:buSzPct val="85000"/>
        <a:buFont typeface="Arial" charset="0"/>
        <a:buChar char="○"/>
        <a:defRPr sz="2400" kern="1200">
          <a:solidFill>
            <a:schemeClr val="tx1"/>
          </a:solidFill>
          <a:latin typeface="+mn-lt"/>
          <a:ea typeface="+mn-ea"/>
          <a:cs typeface="+mn-cs"/>
        </a:defRPr>
      </a:lvl3pPr>
      <a:lvl4pPr marL="1279525" indent="-236538" algn="l" rtl="0" eaLnBrk="1" fontAlgn="base" hangingPunct="1">
        <a:spcBef>
          <a:spcPct val="20000"/>
        </a:spcBef>
        <a:spcAft>
          <a:spcPct val="0"/>
        </a:spcAft>
        <a:buClr>
          <a:srgbClr val="FFFFFF"/>
        </a:buClr>
        <a:buSzPct val="90000"/>
        <a:buFont typeface="Wingdings 2" pitchFamily="18" charset="2"/>
        <a:buChar char=""/>
        <a:defRPr sz="2000" kern="1200">
          <a:solidFill>
            <a:schemeClr val="tx1"/>
          </a:solidFill>
          <a:latin typeface="+mn-lt"/>
          <a:ea typeface="+mn-ea"/>
          <a:cs typeface="+mn-cs"/>
        </a:defRPr>
      </a:lvl4pPr>
      <a:lvl5pPr marL="1489075" indent="-182563" algn="l" rtl="0" eaLnBrk="1" fontAlgn="base" hangingPunct="1">
        <a:spcBef>
          <a:spcPct val="20000"/>
        </a:spcBef>
        <a:spcAft>
          <a:spcPct val="0"/>
        </a:spcAft>
        <a:buClr>
          <a:srgbClr val="748560"/>
        </a:buClr>
        <a:buSzPct val="100000"/>
        <a:buFont typeface="Arial"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5943600" y="1371600"/>
            <a:ext cx="5867400" cy="522288"/>
          </a:xfrm>
        </p:spPr>
        <p:txBody>
          <a:bodyPr/>
          <a:lstStyle/>
          <a:p>
            <a:pPr eaLnBrk="1" fontAlgn="auto" hangingPunct="1">
              <a:spcAft>
                <a:spcPts val="0"/>
              </a:spcAft>
              <a:defRPr/>
            </a:pPr>
            <a:r>
              <a:rPr lang="en-AU" sz="2800" dirty="0"/>
              <a:t>Screen Cobol</a:t>
            </a:r>
          </a:p>
        </p:txBody>
      </p:sp>
      <p:pic>
        <p:nvPicPr>
          <p:cNvPr id="10243" name="Picture 7" descr="C:\Documents and Settings\Sushant\Local Settings\Temporary Internet Files\Content.IE5\C7LZA2BL\MCj04398330000[1].png"/>
          <p:cNvPicPr>
            <a:picLocks noChangeAspect="1" noChangeArrowheads="1"/>
          </p:cNvPicPr>
          <p:nvPr/>
        </p:nvPicPr>
        <p:blipFill>
          <a:blip r:embed="rId3" cstate="print"/>
          <a:srcRect/>
          <a:stretch>
            <a:fillRect/>
          </a:stretch>
        </p:blipFill>
        <p:spPr bwMode="auto">
          <a:xfrm>
            <a:off x="533400" y="609600"/>
            <a:ext cx="4953000" cy="48006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bwMode="invGray">
          <a:xfrm>
            <a:off x="457200" y="304800"/>
            <a:ext cx="7772400" cy="1143000"/>
          </a:xfrm>
        </p:spPr>
        <p:txBody>
          <a:bodyPr/>
          <a:lstStyle/>
          <a:p>
            <a:pPr eaLnBrk="1" fontAlgn="auto" hangingPunct="1">
              <a:spcAft>
                <a:spcPts val="0"/>
              </a:spcAft>
              <a:defRPr/>
            </a:pPr>
            <a:r>
              <a:rPr lang="en-AU" dirty="0"/>
              <a:t>Screen Cobol</a:t>
            </a:r>
          </a:p>
        </p:txBody>
      </p:sp>
      <p:sp>
        <p:nvSpPr>
          <p:cNvPr id="28675" name="Rectangle 3"/>
          <p:cNvSpPr>
            <a:spLocks noGrp="1" noChangeArrowheads="1"/>
          </p:cNvSpPr>
          <p:nvPr>
            <p:ph idx="1"/>
          </p:nvPr>
        </p:nvSpPr>
        <p:spPr>
          <a:xfrm>
            <a:off x="685800" y="1143000"/>
            <a:ext cx="7772400" cy="4876800"/>
          </a:xfrm>
        </p:spPr>
        <p:txBody>
          <a:bodyPr>
            <a:normAutofit/>
          </a:bodyPr>
          <a:lstStyle/>
          <a:p>
            <a:pPr>
              <a:buFont typeface="Wingdings" pitchFamily="2" charset="2"/>
              <a:buNone/>
            </a:pPr>
            <a:r>
              <a:rPr lang="en-US" sz="2400" dirty="0" smtClean="0"/>
              <a:t>Screen programs for Pathway terminals perform a </a:t>
            </a:r>
          </a:p>
          <a:p>
            <a:pPr>
              <a:buFont typeface="Wingdings" pitchFamily="2" charset="2"/>
              <a:buNone/>
            </a:pPr>
            <a:r>
              <a:rPr lang="en-US" sz="2400" dirty="0" smtClean="0"/>
              <a:t>variety of front-end functions for your Pathway </a:t>
            </a:r>
          </a:p>
          <a:p>
            <a:pPr>
              <a:buFont typeface="Wingdings" pitchFamily="2" charset="2"/>
              <a:buNone/>
            </a:pPr>
            <a:r>
              <a:rPr lang="en-US" sz="2400" dirty="0" smtClean="0"/>
              <a:t>application and are typically written as single-</a:t>
            </a:r>
          </a:p>
          <a:p>
            <a:pPr>
              <a:buFont typeface="Wingdings" pitchFamily="2" charset="2"/>
              <a:buNone/>
            </a:pPr>
            <a:r>
              <a:rPr lang="en-US" sz="2400" dirty="0" smtClean="0"/>
              <a:t>threaded programs in SCREEN COBOL language.</a:t>
            </a:r>
          </a:p>
          <a:p>
            <a:pPr>
              <a:buFont typeface="Wingdings" pitchFamily="2" charset="2"/>
              <a:buNone/>
            </a:pPr>
            <a:endParaRPr lang="en-US" sz="2400" dirty="0" smtClean="0"/>
          </a:p>
          <a:p>
            <a:pPr>
              <a:buFont typeface="Wingdings" pitchFamily="2" charset="2"/>
              <a:buNone/>
            </a:pPr>
            <a:r>
              <a:rPr lang="en-US" sz="2400" dirty="0" smtClean="0"/>
              <a:t>This Language offers a simple programming </a:t>
            </a:r>
          </a:p>
          <a:p>
            <a:pPr>
              <a:buFont typeface="Wingdings" pitchFamily="2" charset="2"/>
              <a:buNone/>
            </a:pPr>
            <a:r>
              <a:rPr lang="en-US" sz="2400" dirty="0" smtClean="0"/>
              <a:t>environment and screen-management system to </a:t>
            </a:r>
          </a:p>
          <a:p>
            <a:pPr>
              <a:buFont typeface="Wingdings" pitchFamily="2" charset="2"/>
              <a:buNone/>
            </a:pPr>
            <a:r>
              <a:rPr lang="en-US" sz="2400" dirty="0" smtClean="0"/>
              <a:t>drive Tandem terminals and IBM 3270 terminals.</a:t>
            </a:r>
          </a:p>
          <a:p>
            <a:pPr eaLnBrk="1" fontAlgn="auto" hangingPunct="1">
              <a:spcAft>
                <a:spcPts val="0"/>
              </a:spcAft>
              <a:buFont typeface="Wingdings 2"/>
              <a:buNone/>
              <a:defRPr/>
            </a:pPr>
            <a:endParaRPr lang="en-AU" sz="2400" dirty="0"/>
          </a:p>
          <a:p>
            <a:pPr eaLnBrk="1" fontAlgn="auto" hangingPunct="1">
              <a:spcAft>
                <a:spcPts val="0"/>
              </a:spcAft>
              <a:buFont typeface="Wingdings" pitchFamily="2" charset="2"/>
              <a:buNone/>
              <a:defRPr/>
            </a:pPr>
            <a:endParaRPr lang="en-AU" sz="2400"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bwMode="invGray">
          <a:xfrm>
            <a:off x="0" y="0"/>
            <a:ext cx="7772400" cy="1143000"/>
          </a:xfrm>
        </p:spPr>
        <p:txBody>
          <a:bodyPr/>
          <a:lstStyle/>
          <a:p>
            <a:pPr eaLnBrk="1" fontAlgn="auto" hangingPunct="1">
              <a:spcAft>
                <a:spcPts val="0"/>
              </a:spcAft>
              <a:defRPr/>
            </a:pPr>
            <a:r>
              <a:rPr lang="en-AU" dirty="0"/>
              <a:t>Screen Cobol</a:t>
            </a:r>
          </a:p>
        </p:txBody>
      </p:sp>
      <p:sp>
        <p:nvSpPr>
          <p:cNvPr id="28675" name="Rectangle 3"/>
          <p:cNvSpPr>
            <a:spLocks noGrp="1" noChangeArrowheads="1"/>
          </p:cNvSpPr>
          <p:nvPr>
            <p:ph idx="1"/>
          </p:nvPr>
        </p:nvSpPr>
        <p:spPr>
          <a:xfrm>
            <a:off x="609600" y="1524000"/>
            <a:ext cx="7772400" cy="4876800"/>
          </a:xfrm>
        </p:spPr>
        <p:txBody>
          <a:bodyPr>
            <a:normAutofit fontScale="92500" lnSpcReduction="20000"/>
          </a:bodyPr>
          <a:lstStyle/>
          <a:p>
            <a:pPr fontAlgn="auto">
              <a:spcAft>
                <a:spcPts val="0"/>
              </a:spcAft>
              <a:defRPr/>
            </a:pPr>
            <a:r>
              <a:rPr lang="en-AU" sz="2400" dirty="0" err="1"/>
              <a:t>Scobol</a:t>
            </a:r>
            <a:r>
              <a:rPr lang="en-AU" sz="2400" dirty="0"/>
              <a:t> is a component of pathway</a:t>
            </a:r>
          </a:p>
          <a:p>
            <a:pPr fontAlgn="auto">
              <a:spcAft>
                <a:spcPts val="0"/>
              </a:spcAft>
              <a:defRPr/>
            </a:pPr>
            <a:endParaRPr lang="en-AU" sz="2400" dirty="0"/>
          </a:p>
          <a:p>
            <a:pPr fontAlgn="auto">
              <a:spcAft>
                <a:spcPts val="0"/>
              </a:spcAft>
              <a:defRPr/>
            </a:pPr>
            <a:r>
              <a:rPr lang="en-AU" sz="2400" dirty="0"/>
              <a:t>High level Programming </a:t>
            </a:r>
            <a:r>
              <a:rPr lang="en-AU" sz="2400" dirty="0" smtClean="0"/>
              <a:t>Language used </a:t>
            </a:r>
            <a:r>
              <a:rPr lang="en-AU" sz="2400" dirty="0"/>
              <a:t>for Coding Requester Programs</a:t>
            </a:r>
          </a:p>
          <a:p>
            <a:pPr fontAlgn="auto">
              <a:spcAft>
                <a:spcPts val="0"/>
              </a:spcAft>
              <a:defRPr/>
            </a:pPr>
            <a:endParaRPr lang="en-AU" sz="2400" dirty="0"/>
          </a:p>
          <a:p>
            <a:pPr fontAlgn="auto">
              <a:spcAft>
                <a:spcPts val="0"/>
              </a:spcAft>
              <a:defRPr/>
            </a:pPr>
            <a:r>
              <a:rPr lang="en-AU" sz="2400" dirty="0" smtClean="0"/>
              <a:t>The requesters control the display of terminal screens</a:t>
            </a:r>
          </a:p>
          <a:p>
            <a:pPr fontAlgn="auto">
              <a:spcAft>
                <a:spcPts val="0"/>
              </a:spcAft>
              <a:defRPr/>
            </a:pPr>
            <a:endParaRPr lang="en-AU" sz="2400" dirty="0"/>
          </a:p>
          <a:p>
            <a:pPr fontAlgn="auto">
              <a:spcAft>
                <a:spcPts val="0"/>
              </a:spcAft>
              <a:defRPr/>
            </a:pPr>
            <a:r>
              <a:rPr lang="en-AU" sz="2400" dirty="0"/>
              <a:t>Accept </a:t>
            </a:r>
            <a:r>
              <a:rPr lang="en-AU" sz="2400" dirty="0" smtClean="0"/>
              <a:t>Data that has been entered into those forms by operators.</a:t>
            </a:r>
            <a:endParaRPr lang="en-AU" sz="2400" dirty="0"/>
          </a:p>
          <a:p>
            <a:pPr fontAlgn="auto">
              <a:spcAft>
                <a:spcPts val="0"/>
              </a:spcAft>
              <a:defRPr/>
            </a:pPr>
            <a:endParaRPr lang="en-AU" sz="2400" dirty="0"/>
          </a:p>
          <a:p>
            <a:pPr fontAlgn="auto">
              <a:spcAft>
                <a:spcPts val="0"/>
              </a:spcAft>
              <a:defRPr/>
            </a:pPr>
            <a:r>
              <a:rPr lang="en-AU" sz="2400" dirty="0"/>
              <a:t>Sending Messages to , Receiving Messages from external </a:t>
            </a:r>
            <a:r>
              <a:rPr lang="en-AU" sz="2400" dirty="0" smtClean="0"/>
              <a:t>process that control intelligent devices.</a:t>
            </a:r>
          </a:p>
          <a:p>
            <a:pPr fontAlgn="auto">
              <a:spcAft>
                <a:spcPts val="0"/>
              </a:spcAft>
              <a:defRPr/>
            </a:pPr>
            <a:endParaRPr lang="en-AU" sz="2400" dirty="0" smtClean="0"/>
          </a:p>
          <a:p>
            <a:pPr fontAlgn="auto">
              <a:spcAft>
                <a:spcPts val="0"/>
              </a:spcAft>
              <a:defRPr/>
            </a:pPr>
            <a:r>
              <a:rPr lang="en-AU" sz="2400" dirty="0" smtClean="0"/>
              <a:t>Sending and receiving messages from the pathway processes that update the database.</a:t>
            </a:r>
          </a:p>
          <a:p>
            <a:pPr eaLnBrk="1" fontAlgn="auto" hangingPunct="1">
              <a:spcAft>
                <a:spcPts val="0"/>
              </a:spcAft>
              <a:buFont typeface="Wingdings 2"/>
              <a:buNone/>
              <a:defRPr/>
            </a:pPr>
            <a:endParaRPr lang="en-AU" sz="2400" dirty="0"/>
          </a:p>
          <a:p>
            <a:pPr eaLnBrk="1" fontAlgn="auto" hangingPunct="1">
              <a:spcAft>
                <a:spcPts val="0"/>
              </a:spcAft>
              <a:buFont typeface="Wingdings" pitchFamily="2" charset="2"/>
              <a:buNone/>
              <a:defRPr/>
            </a:pPr>
            <a:endParaRPr lang="en-AU" sz="2400"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467600" cy="1143000"/>
          </a:xfrm>
        </p:spPr>
        <p:txBody>
          <a:bodyPr/>
          <a:lstStyle/>
          <a:p>
            <a:r>
              <a:rPr lang="en-US" i="1" dirty="0" smtClean="0">
                <a:latin typeface="Byington" pitchFamily="2" charset="0"/>
              </a:rPr>
              <a:t>SCOBOL program functions</a:t>
            </a:r>
            <a:endParaRPr lang="en-IN" i="1" dirty="0">
              <a:latin typeface="Byington" pitchFamily="2" charset="0"/>
            </a:endParaRPr>
          </a:p>
        </p:txBody>
      </p:sp>
      <p:sp>
        <p:nvSpPr>
          <p:cNvPr id="3" name="Content Placeholder 2"/>
          <p:cNvSpPr>
            <a:spLocks noGrp="1"/>
          </p:cNvSpPr>
          <p:nvPr>
            <p:ph idx="1"/>
          </p:nvPr>
        </p:nvSpPr>
        <p:spPr>
          <a:xfrm>
            <a:off x="457200" y="457200"/>
            <a:ext cx="8458200" cy="5668963"/>
          </a:xfrm>
        </p:spPr>
        <p:txBody>
          <a:bodyPr/>
          <a:lstStyle/>
          <a:p>
            <a:endParaRPr lang="en-IN" dirty="0"/>
          </a:p>
        </p:txBody>
      </p:sp>
      <p:pic>
        <p:nvPicPr>
          <p:cNvPr id="1026" name="Picture 2" descr="C:\Users\CONCERTO_L02\AppData\Local\Microsoft\Windows\Temporary Internet Files\Content.IE5\MN852PD7\MC900431566[1].png"/>
          <p:cNvPicPr>
            <a:picLocks noChangeAspect="1" noChangeArrowheads="1"/>
          </p:cNvPicPr>
          <p:nvPr/>
        </p:nvPicPr>
        <p:blipFill>
          <a:blip r:embed="rId2" cstate="print"/>
          <a:srcRect/>
          <a:stretch>
            <a:fillRect/>
          </a:stretch>
        </p:blipFill>
        <p:spPr bwMode="auto">
          <a:xfrm>
            <a:off x="3276600" y="2514600"/>
            <a:ext cx="2819400" cy="2743200"/>
          </a:xfrm>
          <a:prstGeom prst="rect">
            <a:avLst/>
          </a:prstGeom>
          <a:noFill/>
        </p:spPr>
      </p:pic>
      <p:sp>
        <p:nvSpPr>
          <p:cNvPr id="6" name="Left Arrow 5"/>
          <p:cNvSpPr/>
          <p:nvPr/>
        </p:nvSpPr>
        <p:spPr>
          <a:xfrm>
            <a:off x="2362200" y="2819400"/>
            <a:ext cx="762000" cy="5334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ed Rectangle 6"/>
          <p:cNvSpPr/>
          <p:nvPr/>
        </p:nvSpPr>
        <p:spPr>
          <a:xfrm>
            <a:off x="457200" y="2743200"/>
            <a:ext cx="1676400"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smtClean="0">
                <a:solidFill>
                  <a:schemeClr val="bg2"/>
                </a:solidFill>
                <a:latin typeface="Berylium" pitchFamily="2" charset="0"/>
                <a:cs typeface="AngsanaUPC" pitchFamily="18" charset="-34"/>
              </a:rPr>
              <a:t>Displays Forms</a:t>
            </a:r>
            <a:endParaRPr lang="en-IN" sz="1800" dirty="0" smtClean="0">
              <a:solidFill>
                <a:schemeClr val="bg2"/>
              </a:solidFill>
              <a:latin typeface="Berylium" pitchFamily="2" charset="0"/>
              <a:cs typeface="AngsanaUPC" pitchFamily="18" charset="-34"/>
            </a:endParaRPr>
          </a:p>
        </p:txBody>
      </p:sp>
      <p:sp>
        <p:nvSpPr>
          <p:cNvPr id="8" name="Left Arrow 7"/>
          <p:cNvSpPr/>
          <p:nvPr/>
        </p:nvSpPr>
        <p:spPr>
          <a:xfrm>
            <a:off x="2438400" y="4267200"/>
            <a:ext cx="762000" cy="5334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ounded Rectangle 8"/>
          <p:cNvSpPr/>
          <p:nvPr/>
        </p:nvSpPr>
        <p:spPr>
          <a:xfrm>
            <a:off x="457200" y="4191000"/>
            <a:ext cx="1676400"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smtClean="0">
                <a:solidFill>
                  <a:schemeClr val="bg2"/>
                </a:solidFill>
                <a:latin typeface="Berylium" pitchFamily="2" charset="0"/>
                <a:cs typeface="AngsanaUPC" pitchFamily="18" charset="-34"/>
              </a:rPr>
              <a:t>Displays Data</a:t>
            </a:r>
            <a:endParaRPr lang="en-IN" sz="1800" dirty="0" smtClean="0">
              <a:solidFill>
                <a:schemeClr val="bg2"/>
              </a:solidFill>
              <a:latin typeface="Berylium" pitchFamily="2" charset="0"/>
              <a:cs typeface="AngsanaUPC" pitchFamily="18" charset="-34"/>
            </a:endParaRPr>
          </a:p>
        </p:txBody>
      </p:sp>
      <p:sp>
        <p:nvSpPr>
          <p:cNvPr id="10" name="Rounded Rectangle 9"/>
          <p:cNvSpPr/>
          <p:nvPr/>
        </p:nvSpPr>
        <p:spPr>
          <a:xfrm>
            <a:off x="457200" y="3505200"/>
            <a:ext cx="16764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smtClean="0">
                <a:solidFill>
                  <a:schemeClr val="bg2"/>
                </a:solidFill>
                <a:latin typeface="Berylium" pitchFamily="2" charset="0"/>
                <a:cs typeface="AngsanaUPC" pitchFamily="18" charset="-34"/>
              </a:rPr>
              <a:t>Accepts Data</a:t>
            </a:r>
            <a:endParaRPr lang="en-IN" sz="1800" dirty="0" smtClean="0">
              <a:solidFill>
                <a:schemeClr val="bg2"/>
              </a:solidFill>
              <a:latin typeface="Berylium" pitchFamily="2" charset="0"/>
              <a:cs typeface="AngsanaUPC" pitchFamily="18" charset="-34"/>
            </a:endParaRPr>
          </a:p>
        </p:txBody>
      </p:sp>
      <p:sp>
        <p:nvSpPr>
          <p:cNvPr id="11" name="Right Arrow 10"/>
          <p:cNvSpPr/>
          <p:nvPr/>
        </p:nvSpPr>
        <p:spPr>
          <a:xfrm>
            <a:off x="2514600" y="3581400"/>
            <a:ext cx="762000"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ight Arrow 11"/>
          <p:cNvSpPr/>
          <p:nvPr/>
        </p:nvSpPr>
        <p:spPr>
          <a:xfrm>
            <a:off x="5867400" y="3352800"/>
            <a:ext cx="762000"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ounded Rectangle 13"/>
          <p:cNvSpPr/>
          <p:nvPr/>
        </p:nvSpPr>
        <p:spPr>
          <a:xfrm>
            <a:off x="6781800" y="3276600"/>
            <a:ext cx="16764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smtClean="0">
                <a:solidFill>
                  <a:schemeClr val="bg2"/>
                </a:solidFill>
                <a:latin typeface="Berylium" pitchFamily="2" charset="0"/>
                <a:cs typeface="AngsanaUPC" pitchFamily="18" charset="-34"/>
              </a:rPr>
              <a:t>Sends Data to Server</a:t>
            </a:r>
            <a:endParaRPr lang="en-IN" sz="1800" dirty="0">
              <a:solidFill>
                <a:schemeClr val="bg2"/>
              </a:solidFill>
              <a:latin typeface="Berylium" pitchFamily="2" charset="0"/>
              <a:cs typeface="AngsanaUPC" pitchFamily="18" charset="-34"/>
            </a:endParaRPr>
          </a:p>
        </p:txBody>
      </p:sp>
      <p:sp>
        <p:nvSpPr>
          <p:cNvPr id="15" name="Rounded Rectangle 14"/>
          <p:cNvSpPr/>
          <p:nvPr/>
        </p:nvSpPr>
        <p:spPr>
          <a:xfrm>
            <a:off x="6781800" y="4114800"/>
            <a:ext cx="16764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smtClean="0">
                <a:solidFill>
                  <a:schemeClr val="bg2"/>
                </a:solidFill>
                <a:latin typeface="Berylium" pitchFamily="2" charset="0"/>
                <a:cs typeface="AngsanaUPC" pitchFamily="18" charset="-34"/>
              </a:rPr>
              <a:t>Accepts Data from Server</a:t>
            </a:r>
            <a:endParaRPr lang="en-IN" sz="1800" dirty="0" smtClean="0">
              <a:solidFill>
                <a:schemeClr val="bg2"/>
              </a:solidFill>
              <a:latin typeface="Berylium" pitchFamily="2" charset="0"/>
              <a:cs typeface="AngsanaUPC" pitchFamily="18" charset="-34"/>
            </a:endParaRPr>
          </a:p>
        </p:txBody>
      </p:sp>
      <p:sp>
        <p:nvSpPr>
          <p:cNvPr id="16" name="Left Arrow 15"/>
          <p:cNvSpPr/>
          <p:nvPr/>
        </p:nvSpPr>
        <p:spPr>
          <a:xfrm>
            <a:off x="5791200" y="4114800"/>
            <a:ext cx="762000" cy="5334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467600" cy="1143000"/>
          </a:xfrm>
        </p:spPr>
        <p:txBody>
          <a:bodyPr/>
          <a:lstStyle/>
          <a:p>
            <a:pPr eaLnBrk="1" fontAlgn="auto" hangingPunct="1">
              <a:spcAft>
                <a:spcPts val="0"/>
              </a:spcAft>
              <a:defRPr/>
            </a:pPr>
            <a:r>
              <a:rPr lang="en-US" dirty="0" smtClean="0"/>
              <a:t>Pathway components</a:t>
            </a:r>
            <a:endParaRPr lang="en-US" dirty="0"/>
          </a:p>
        </p:txBody>
      </p:sp>
      <p:sp>
        <p:nvSpPr>
          <p:cNvPr id="3" name="Content Placeholder 2"/>
          <p:cNvSpPr>
            <a:spLocks noGrp="1"/>
          </p:cNvSpPr>
          <p:nvPr>
            <p:ph idx="1"/>
          </p:nvPr>
        </p:nvSpPr>
        <p:spPr>
          <a:xfrm>
            <a:off x="457200" y="1066800"/>
            <a:ext cx="7467600" cy="5059363"/>
          </a:xfrm>
        </p:spPr>
        <p:txBody>
          <a:bodyPr>
            <a:normAutofit fontScale="92500" lnSpcReduction="20000"/>
          </a:bodyPr>
          <a:lstStyle/>
          <a:p>
            <a:pPr fontAlgn="auto">
              <a:spcAft>
                <a:spcPts val="0"/>
              </a:spcAft>
              <a:defRPr/>
            </a:pPr>
            <a:r>
              <a:rPr lang="en-US" dirty="0" smtClean="0"/>
              <a:t>PATHMON – central monitoring process that controls all the pathway environment. </a:t>
            </a:r>
          </a:p>
          <a:p>
            <a:pPr fontAlgn="auto">
              <a:spcAft>
                <a:spcPts val="0"/>
              </a:spcAft>
              <a:defRPr/>
            </a:pPr>
            <a:r>
              <a:rPr lang="en-US" dirty="0" smtClean="0"/>
              <a:t>PATHCOM – the command interface to PATHMON.</a:t>
            </a:r>
          </a:p>
          <a:p>
            <a:pPr fontAlgn="auto">
              <a:spcAft>
                <a:spcPts val="0"/>
              </a:spcAft>
              <a:defRPr/>
            </a:pPr>
            <a:r>
              <a:rPr lang="en-US" dirty="0" smtClean="0"/>
              <a:t>SCREEN COBOL - the high-level language used to code requester programs that act as intermediaries between display terminals (or external processes that control intelligent devices) and Pathway servers</a:t>
            </a:r>
          </a:p>
          <a:p>
            <a:pPr fontAlgn="auto">
              <a:spcAft>
                <a:spcPts val="0"/>
              </a:spcAft>
              <a:defRPr/>
            </a:pPr>
            <a:r>
              <a:rPr lang="en-US" dirty="0" smtClean="0"/>
              <a:t>TCP – Terminal Control Process- the process that interprets screen </a:t>
            </a:r>
            <a:r>
              <a:rPr lang="en-US" dirty="0" err="1" smtClean="0"/>
              <a:t>cobol</a:t>
            </a:r>
            <a:r>
              <a:rPr lang="en-US" dirty="0" smtClean="0"/>
              <a:t> object code and controls the terminals </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467600" cy="1143000"/>
          </a:xfrm>
        </p:spPr>
        <p:txBody>
          <a:bodyPr/>
          <a:lstStyle/>
          <a:p>
            <a:pPr eaLnBrk="1" fontAlgn="auto" hangingPunct="1">
              <a:spcAft>
                <a:spcPts val="0"/>
              </a:spcAft>
              <a:defRPr/>
            </a:pPr>
            <a:r>
              <a:rPr lang="en-US" dirty="0" smtClean="0"/>
              <a:t>PATHWAY COMPONENTS </a:t>
            </a:r>
            <a:endParaRPr lang="en-US" dirty="0"/>
          </a:p>
        </p:txBody>
      </p:sp>
      <p:sp>
        <p:nvSpPr>
          <p:cNvPr id="13315" name="Content Placeholder 2"/>
          <p:cNvSpPr>
            <a:spLocks noGrp="1"/>
          </p:cNvSpPr>
          <p:nvPr>
            <p:ph idx="1"/>
          </p:nvPr>
        </p:nvSpPr>
        <p:spPr/>
        <p:txBody>
          <a:bodyPr/>
          <a:lstStyle/>
          <a:p>
            <a:pPr eaLnBrk="1" hangingPunct="1"/>
            <a:r>
              <a:rPr lang="en-US" sz="3000" smtClean="0"/>
              <a:t>REQUESTER - programs that usually provide presentation services for terminal devices and communicate with server processes</a:t>
            </a:r>
          </a:p>
          <a:p>
            <a:pPr eaLnBrk="1" hangingPunct="1"/>
            <a:r>
              <a:rPr lang="en-US" sz="3000" smtClean="0"/>
              <a:t>SERVERS - processes that perform database operations in response to messages received from requesters and reply to those messages</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26"/>
          <p:cNvSpPr>
            <a:spLocks noGrp="1" noChangeArrowheads="1"/>
          </p:cNvSpPr>
          <p:nvPr>
            <p:ph type="title"/>
          </p:nvPr>
        </p:nvSpPr>
        <p:spPr>
          <a:xfrm>
            <a:off x="685800" y="304800"/>
            <a:ext cx="7772400" cy="1143000"/>
          </a:xfrm>
        </p:spPr>
        <p:txBody>
          <a:bodyPr/>
          <a:lstStyle/>
          <a:p>
            <a:pPr eaLnBrk="1" fontAlgn="auto" hangingPunct="1">
              <a:spcAft>
                <a:spcPts val="0"/>
              </a:spcAft>
              <a:defRPr/>
            </a:pPr>
            <a:r>
              <a:rPr lang="en-AU"/>
              <a:t>TCP</a:t>
            </a:r>
          </a:p>
        </p:txBody>
      </p:sp>
      <p:sp>
        <p:nvSpPr>
          <p:cNvPr id="30723" name="Rectangle 1027"/>
          <p:cNvSpPr>
            <a:spLocks noGrp="1" noChangeArrowheads="1"/>
          </p:cNvSpPr>
          <p:nvPr>
            <p:ph idx="1"/>
          </p:nvPr>
        </p:nvSpPr>
        <p:spPr>
          <a:xfrm>
            <a:off x="533400" y="1524000"/>
            <a:ext cx="7772400" cy="4114800"/>
          </a:xfrm>
        </p:spPr>
        <p:txBody>
          <a:bodyPr>
            <a:normAutofit lnSpcReduction="10000"/>
          </a:bodyPr>
          <a:lstStyle/>
          <a:p>
            <a:pPr fontAlgn="auto">
              <a:spcAft>
                <a:spcPts val="0"/>
              </a:spcAft>
              <a:defRPr/>
            </a:pPr>
            <a:r>
              <a:rPr lang="en-AU" sz="2400" dirty="0"/>
              <a:t>Executes </a:t>
            </a:r>
            <a:r>
              <a:rPr lang="en-AU" sz="2400" dirty="0" err="1"/>
              <a:t>Scobol</a:t>
            </a:r>
            <a:r>
              <a:rPr lang="en-AU" sz="2400" dirty="0"/>
              <a:t> Programs</a:t>
            </a:r>
          </a:p>
          <a:p>
            <a:pPr fontAlgn="auto">
              <a:spcAft>
                <a:spcPts val="0"/>
              </a:spcAft>
              <a:defRPr/>
            </a:pPr>
            <a:endParaRPr lang="en-AU" sz="2400" dirty="0"/>
          </a:p>
          <a:p>
            <a:pPr fontAlgn="auto">
              <a:spcAft>
                <a:spcPts val="0"/>
              </a:spcAft>
              <a:defRPr/>
            </a:pPr>
            <a:r>
              <a:rPr lang="en-AU" sz="2400" dirty="0"/>
              <a:t>Simultaneous Execution of </a:t>
            </a:r>
            <a:r>
              <a:rPr lang="en-AU" sz="2400" dirty="0" err="1"/>
              <a:t>Scobol</a:t>
            </a:r>
            <a:r>
              <a:rPr lang="en-AU" sz="2400" dirty="0"/>
              <a:t> programs</a:t>
            </a:r>
          </a:p>
          <a:p>
            <a:pPr fontAlgn="auto">
              <a:spcAft>
                <a:spcPts val="0"/>
              </a:spcAft>
              <a:defRPr/>
            </a:pPr>
            <a:endParaRPr lang="en-AU" sz="2400" dirty="0"/>
          </a:p>
          <a:p>
            <a:pPr fontAlgn="auto">
              <a:spcAft>
                <a:spcPts val="0"/>
              </a:spcAft>
              <a:defRPr/>
            </a:pPr>
            <a:r>
              <a:rPr lang="en-AU" sz="2400" dirty="0"/>
              <a:t>Performs I/O operations to transmit data to and from terminals</a:t>
            </a:r>
          </a:p>
          <a:p>
            <a:pPr fontAlgn="auto">
              <a:spcAft>
                <a:spcPts val="0"/>
              </a:spcAft>
              <a:defRPr/>
            </a:pPr>
            <a:endParaRPr lang="en-AU" sz="2400" dirty="0"/>
          </a:p>
          <a:p>
            <a:pPr fontAlgn="auto">
              <a:spcAft>
                <a:spcPts val="0"/>
              </a:spcAft>
              <a:defRPr/>
            </a:pPr>
            <a:r>
              <a:rPr lang="en-AU" sz="2400" dirty="0"/>
              <a:t>Send messages to server process</a:t>
            </a:r>
          </a:p>
          <a:p>
            <a:pPr fontAlgn="auto">
              <a:spcAft>
                <a:spcPts val="0"/>
              </a:spcAft>
              <a:defRPr/>
            </a:pPr>
            <a:endParaRPr lang="en-AU" sz="2400" dirty="0"/>
          </a:p>
          <a:p>
            <a:pPr fontAlgn="auto">
              <a:spcAft>
                <a:spcPts val="0"/>
              </a:spcAft>
              <a:defRPr/>
            </a:pPr>
            <a:r>
              <a:rPr lang="en-AU" sz="2400" dirty="0"/>
              <a:t>Return Messages to appropriate terminals</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fontAlgn="auto" hangingPunct="1">
              <a:spcAft>
                <a:spcPts val="0"/>
              </a:spcAft>
              <a:defRPr/>
            </a:pPr>
            <a:r>
              <a:rPr lang="en-AU"/>
              <a:t>Screen Cobol Divisions</a:t>
            </a:r>
          </a:p>
        </p:txBody>
      </p:sp>
      <p:sp>
        <p:nvSpPr>
          <p:cNvPr id="15363" name="Rectangle 3"/>
          <p:cNvSpPr>
            <a:spLocks noGrp="1" noChangeArrowheads="1"/>
          </p:cNvSpPr>
          <p:nvPr>
            <p:ph idx="1"/>
          </p:nvPr>
        </p:nvSpPr>
        <p:spPr/>
        <p:txBody>
          <a:bodyPr/>
          <a:lstStyle/>
          <a:p>
            <a:pPr eaLnBrk="1" hangingPunct="1">
              <a:lnSpc>
                <a:spcPct val="105000"/>
              </a:lnSpc>
            </a:pPr>
            <a:r>
              <a:rPr lang="en-AU" smtClean="0"/>
              <a:t>Identification Division</a:t>
            </a:r>
          </a:p>
          <a:p>
            <a:pPr eaLnBrk="1" hangingPunct="1">
              <a:lnSpc>
                <a:spcPct val="105000"/>
              </a:lnSpc>
              <a:buFont typeface="Wingdings" pitchFamily="2" charset="2"/>
              <a:buNone/>
            </a:pPr>
            <a:endParaRPr lang="en-AU" smtClean="0"/>
          </a:p>
          <a:p>
            <a:pPr eaLnBrk="1" hangingPunct="1">
              <a:lnSpc>
                <a:spcPct val="105000"/>
              </a:lnSpc>
            </a:pPr>
            <a:r>
              <a:rPr lang="en-AU" smtClean="0"/>
              <a:t>Environment Division</a:t>
            </a:r>
          </a:p>
          <a:p>
            <a:pPr eaLnBrk="1" hangingPunct="1">
              <a:lnSpc>
                <a:spcPct val="105000"/>
              </a:lnSpc>
              <a:buFont typeface="Wingdings" pitchFamily="2" charset="2"/>
              <a:buNone/>
            </a:pPr>
            <a:endParaRPr lang="en-AU" smtClean="0"/>
          </a:p>
          <a:p>
            <a:pPr eaLnBrk="1" hangingPunct="1">
              <a:lnSpc>
                <a:spcPct val="105000"/>
              </a:lnSpc>
            </a:pPr>
            <a:r>
              <a:rPr lang="en-AU" smtClean="0"/>
              <a:t>Data Division</a:t>
            </a:r>
          </a:p>
          <a:p>
            <a:pPr eaLnBrk="1" hangingPunct="1">
              <a:lnSpc>
                <a:spcPct val="105000"/>
              </a:lnSpc>
              <a:buFont typeface="Wingdings" pitchFamily="2" charset="2"/>
              <a:buNone/>
            </a:pPr>
            <a:endParaRPr lang="en-AU" smtClean="0"/>
          </a:p>
          <a:p>
            <a:pPr eaLnBrk="1" hangingPunct="1">
              <a:lnSpc>
                <a:spcPct val="105000"/>
              </a:lnSpc>
            </a:pPr>
            <a:r>
              <a:rPr lang="en-AU" smtClean="0"/>
              <a:t>Procedure Division</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Program operating modes	</a:t>
            </a:r>
            <a:endParaRPr lang="en-US" dirty="0"/>
          </a:p>
        </p:txBody>
      </p:sp>
      <p:sp>
        <p:nvSpPr>
          <p:cNvPr id="3" name="Content Placeholder 2"/>
          <p:cNvSpPr>
            <a:spLocks noGrp="1"/>
          </p:cNvSpPr>
          <p:nvPr>
            <p:ph idx="1"/>
          </p:nvPr>
        </p:nvSpPr>
        <p:spPr/>
        <p:txBody>
          <a:bodyPr>
            <a:normAutofit fontScale="62500" lnSpcReduction="20000"/>
          </a:bodyPr>
          <a:lstStyle/>
          <a:p>
            <a:pPr fontAlgn="auto">
              <a:spcAft>
                <a:spcPts val="0"/>
              </a:spcAft>
              <a:defRPr/>
            </a:pPr>
            <a:r>
              <a:rPr lang="en-US" sz="3400" dirty="0" smtClean="0"/>
              <a:t>Block Mode ( full screen accept and display option )</a:t>
            </a:r>
          </a:p>
          <a:p>
            <a:pPr lvl="1" fontAlgn="auto">
              <a:spcAft>
                <a:spcPts val="0"/>
              </a:spcAft>
              <a:defRPr/>
            </a:pPr>
            <a:r>
              <a:rPr lang="en-US" sz="2900" dirty="0" smtClean="0"/>
              <a:t>Displays full screen of information on the terminal</a:t>
            </a:r>
          </a:p>
          <a:p>
            <a:pPr lvl="1" fontAlgn="auto">
              <a:spcAft>
                <a:spcPts val="0"/>
              </a:spcAft>
              <a:defRPr/>
            </a:pPr>
            <a:r>
              <a:rPr lang="en-US" sz="2900" dirty="0" smtClean="0"/>
              <a:t>Accepts data entered from the terminal one screen at a time</a:t>
            </a:r>
          </a:p>
          <a:p>
            <a:pPr lvl="1" fontAlgn="auto">
              <a:spcAft>
                <a:spcPts val="0"/>
              </a:spcAft>
              <a:defRPr/>
            </a:pPr>
            <a:endParaRPr lang="en-US" sz="2400" dirty="0" smtClean="0"/>
          </a:p>
          <a:p>
            <a:pPr fontAlgn="auto">
              <a:spcAft>
                <a:spcPts val="0"/>
              </a:spcAft>
              <a:defRPr/>
            </a:pPr>
            <a:r>
              <a:rPr lang="en-US" sz="3400" dirty="0" smtClean="0"/>
              <a:t>Conversational Mode  ( line by line accept operations )</a:t>
            </a:r>
          </a:p>
          <a:p>
            <a:pPr lvl="1" fontAlgn="auto">
              <a:spcAft>
                <a:spcPts val="0"/>
              </a:spcAft>
              <a:defRPr/>
            </a:pPr>
            <a:r>
              <a:rPr lang="en-US" sz="2900" dirty="0" smtClean="0"/>
              <a:t>Displays information on the terminal  during a display statement, one line at a time.</a:t>
            </a:r>
          </a:p>
          <a:p>
            <a:pPr lvl="1" fontAlgn="auto">
              <a:spcAft>
                <a:spcPts val="0"/>
              </a:spcAft>
              <a:defRPr/>
            </a:pPr>
            <a:r>
              <a:rPr lang="en-US" sz="2900" dirty="0" smtClean="0"/>
              <a:t>Accepts data entered on the terminal one line at a time.</a:t>
            </a:r>
          </a:p>
          <a:p>
            <a:pPr lvl="1" fontAlgn="auto">
              <a:spcAft>
                <a:spcPts val="0"/>
              </a:spcAft>
              <a:defRPr/>
            </a:pPr>
            <a:endParaRPr lang="en-US" sz="2400" dirty="0" smtClean="0"/>
          </a:p>
          <a:p>
            <a:pPr fontAlgn="auto">
              <a:spcAft>
                <a:spcPts val="0"/>
              </a:spcAft>
              <a:defRPr/>
            </a:pPr>
            <a:r>
              <a:rPr lang="en-US" sz="3400" dirty="0" smtClean="0"/>
              <a:t>Intelligent mode</a:t>
            </a:r>
          </a:p>
          <a:p>
            <a:pPr lvl="1" fontAlgn="auto">
              <a:spcAft>
                <a:spcPts val="0"/>
              </a:spcAft>
              <a:defRPr/>
            </a:pPr>
            <a:r>
              <a:rPr lang="en-US" dirty="0" smtClean="0"/>
              <a:t>A SCREEN COBOL program running in intelligent mode does not control how data appears to the intelligent device nor does it perform any other device-dependent functions. A program that communicates with an intelligent device uses a Message Section instead of a Screen Section.</a:t>
            </a:r>
            <a:endParaRPr lang="en-US" sz="8400" dirty="0" smtClean="0"/>
          </a:p>
          <a:p>
            <a:pPr lvl="1" fontAlgn="auto">
              <a:spcAft>
                <a:spcPts val="0"/>
              </a:spcAft>
              <a:buNone/>
              <a:defRPr/>
            </a:pPr>
            <a:r>
              <a:rPr lang="en-US" sz="2400" dirty="0" smtClean="0"/>
              <a:t>	</a:t>
            </a:r>
          </a:p>
          <a:p>
            <a:pPr lvl="1" fontAlgn="auto">
              <a:spcAft>
                <a:spcPts val="0"/>
              </a:spcAft>
              <a:defRPr/>
            </a:pPr>
            <a:endParaRPr lang="en-US" dirty="0" smtClean="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467600" cy="1143000"/>
          </a:xfrm>
        </p:spPr>
        <p:txBody>
          <a:bodyPr/>
          <a:lstStyle/>
          <a:p>
            <a:pPr eaLnBrk="1" fontAlgn="auto" hangingPunct="1">
              <a:spcAft>
                <a:spcPts val="0"/>
              </a:spcAft>
              <a:defRPr/>
            </a:pPr>
            <a:r>
              <a:rPr lang="en-US" dirty="0" smtClean="0"/>
              <a:t>SCOBOL Program Structure	</a:t>
            </a:r>
            <a:endParaRPr lang="en-US" dirty="0"/>
          </a:p>
        </p:txBody>
      </p:sp>
      <p:graphicFrame>
        <p:nvGraphicFramePr>
          <p:cNvPr id="4" name="Content Placeholder 3"/>
          <p:cNvGraphicFramePr>
            <a:graphicFrameLocks noGrp="1"/>
          </p:cNvGraphicFramePr>
          <p:nvPr>
            <p:ph idx="1"/>
          </p:nvPr>
        </p:nvGraphicFramePr>
        <p:xfrm>
          <a:off x="457200" y="838200"/>
          <a:ext cx="8305800" cy="5287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0" y="0"/>
            <a:ext cx="7772400" cy="1143000"/>
          </a:xfrm>
        </p:spPr>
        <p:txBody>
          <a:bodyPr/>
          <a:lstStyle/>
          <a:p>
            <a:pPr eaLnBrk="1" fontAlgn="auto" hangingPunct="1">
              <a:spcAft>
                <a:spcPts val="0"/>
              </a:spcAft>
              <a:defRPr/>
            </a:pPr>
            <a:r>
              <a:rPr lang="en-AU" sz="3200" dirty="0"/>
              <a:t>IDENTIFICATION DIVISION</a:t>
            </a:r>
          </a:p>
        </p:txBody>
      </p:sp>
      <p:sp>
        <p:nvSpPr>
          <p:cNvPr id="31747" name="Rectangle 3"/>
          <p:cNvSpPr>
            <a:spLocks noGrp="1" noChangeArrowheads="1"/>
          </p:cNvSpPr>
          <p:nvPr>
            <p:ph idx="1"/>
          </p:nvPr>
        </p:nvSpPr>
        <p:spPr>
          <a:xfrm>
            <a:off x="762000" y="1371600"/>
            <a:ext cx="7086600" cy="4800600"/>
          </a:xfrm>
          <a:ln>
            <a:noFill/>
          </a:ln>
        </p:spPr>
        <p:txBody>
          <a:bodyPr>
            <a:normAutofit lnSpcReduction="10000"/>
          </a:bodyPr>
          <a:lstStyle/>
          <a:p>
            <a:pPr eaLnBrk="1" fontAlgn="auto" hangingPunct="1">
              <a:spcAft>
                <a:spcPts val="0"/>
              </a:spcAft>
              <a:buFont typeface="Wingdings 2"/>
              <a:buNone/>
              <a:defRPr/>
            </a:pPr>
            <a:r>
              <a:rPr lang="en-US" sz="2200" dirty="0" smtClean="0"/>
              <a:t>	The Identification Division identifies the SCREEN COBOL program. The division has one required paragraph and five optional paragraphs.</a:t>
            </a:r>
          </a:p>
          <a:p>
            <a:pPr eaLnBrk="1" fontAlgn="auto" hangingPunct="1">
              <a:spcAft>
                <a:spcPts val="0"/>
              </a:spcAft>
              <a:buFont typeface="Wingdings 2"/>
              <a:buNone/>
              <a:defRPr/>
            </a:pPr>
            <a:endParaRPr lang="en-AU" sz="2200" dirty="0" smtClean="0">
              <a:latin typeface="Courier" charset="0"/>
            </a:endParaRPr>
          </a:p>
          <a:p>
            <a:pPr lvl="1" eaLnBrk="1" fontAlgn="auto" hangingPunct="1">
              <a:spcAft>
                <a:spcPts val="0"/>
              </a:spcAft>
              <a:buFont typeface="Wingdings 2"/>
              <a:buNone/>
              <a:defRPr/>
            </a:pPr>
            <a:r>
              <a:rPr lang="en-AU" sz="2000" dirty="0" smtClean="0">
                <a:latin typeface="Courier" charset="0"/>
              </a:rPr>
              <a:t>IDENTIFICATION </a:t>
            </a:r>
            <a:r>
              <a:rPr lang="en-AU" sz="2000" dirty="0">
                <a:latin typeface="Courier" charset="0"/>
              </a:rPr>
              <a:t>DIVISION.</a:t>
            </a:r>
          </a:p>
          <a:p>
            <a:pPr lvl="1" eaLnBrk="1" fontAlgn="auto" hangingPunct="1">
              <a:spcAft>
                <a:spcPts val="0"/>
              </a:spcAft>
              <a:buFont typeface="Wingdings 2"/>
              <a:buNone/>
              <a:defRPr/>
            </a:pPr>
            <a:r>
              <a:rPr lang="en-AU" sz="2000" dirty="0">
                <a:latin typeface="Courier" charset="0"/>
              </a:rPr>
              <a:t>PROGRAM-ID. program-unit-name.</a:t>
            </a:r>
            <a:r>
              <a:rPr lang="en-AU" sz="2000" dirty="0">
                <a:solidFill>
                  <a:schemeClr val="hlink"/>
                </a:solidFill>
                <a:latin typeface="Courier" charset="0"/>
              </a:rPr>
              <a:t>      </a:t>
            </a:r>
            <a:r>
              <a:rPr lang="en-AU" sz="2000" dirty="0" smtClean="0">
                <a:solidFill>
                  <a:schemeClr val="hlink"/>
                </a:solidFill>
                <a:latin typeface="Courier" charset="0"/>
              </a:rPr>
              <a:t>&lt;</a:t>
            </a:r>
            <a:r>
              <a:rPr lang="en-AU" sz="2000" i="1" dirty="0" smtClean="0">
                <a:solidFill>
                  <a:schemeClr val="hlink"/>
                </a:solidFill>
                <a:latin typeface="Courier" charset="0"/>
              </a:rPr>
              <a:t>my-program&gt;</a:t>
            </a:r>
            <a:endParaRPr lang="en-AU" sz="2000" dirty="0">
              <a:latin typeface="Courier" charset="0"/>
            </a:endParaRPr>
          </a:p>
          <a:p>
            <a:pPr lvl="1" eaLnBrk="1" fontAlgn="auto" hangingPunct="1">
              <a:spcAft>
                <a:spcPts val="0"/>
              </a:spcAft>
              <a:buFont typeface="Wingdings 2"/>
              <a:buNone/>
              <a:defRPr/>
            </a:pPr>
            <a:r>
              <a:rPr lang="en-AU" sz="2000" dirty="0">
                <a:latin typeface="Courier" charset="0"/>
              </a:rPr>
              <a:t>[ AUTHOR. [ comment-entry ] ]              </a:t>
            </a:r>
            <a:r>
              <a:rPr lang="en-AU" sz="2000" i="1" dirty="0" smtClean="0">
                <a:solidFill>
                  <a:schemeClr val="hlink"/>
                </a:solidFill>
                <a:latin typeface="Courier" charset="0"/>
              </a:rPr>
              <a:t>&lt;developer&gt;</a:t>
            </a:r>
            <a:endParaRPr lang="en-AU" sz="2000" i="1" dirty="0">
              <a:solidFill>
                <a:schemeClr val="hlink"/>
              </a:solidFill>
              <a:latin typeface="Courier" charset="0"/>
            </a:endParaRPr>
          </a:p>
          <a:p>
            <a:pPr lvl="1" eaLnBrk="1" fontAlgn="auto" hangingPunct="1">
              <a:spcAft>
                <a:spcPts val="0"/>
              </a:spcAft>
              <a:buFont typeface="Wingdings 2"/>
              <a:buNone/>
              <a:defRPr/>
            </a:pPr>
            <a:r>
              <a:rPr lang="en-AU" sz="2000" dirty="0">
                <a:solidFill>
                  <a:schemeClr val="hlink"/>
                </a:solidFill>
                <a:latin typeface="Courier" charset="0"/>
              </a:rPr>
              <a:t> The following things are used for documentation purposes</a:t>
            </a:r>
          </a:p>
          <a:p>
            <a:pPr lvl="1" eaLnBrk="1" fontAlgn="auto" hangingPunct="1">
              <a:spcAft>
                <a:spcPts val="0"/>
              </a:spcAft>
              <a:buFont typeface="Wingdings 2"/>
              <a:buNone/>
              <a:defRPr/>
            </a:pPr>
            <a:r>
              <a:rPr lang="en-AU" sz="2000" dirty="0">
                <a:latin typeface="Courier" charset="0"/>
              </a:rPr>
              <a:t>[ INSTALLATION. [ comment-entry ] ]</a:t>
            </a:r>
          </a:p>
          <a:p>
            <a:pPr lvl="1" eaLnBrk="1" fontAlgn="auto" hangingPunct="1">
              <a:spcAft>
                <a:spcPts val="0"/>
              </a:spcAft>
              <a:buFont typeface="Wingdings 2"/>
              <a:buNone/>
              <a:defRPr/>
            </a:pPr>
            <a:r>
              <a:rPr lang="en-AU" sz="2000" dirty="0">
                <a:latin typeface="Courier" charset="0"/>
              </a:rPr>
              <a:t>[ DATE-WRITTEN. [ comment-entry ] ]</a:t>
            </a:r>
          </a:p>
          <a:p>
            <a:pPr lvl="1" eaLnBrk="1" fontAlgn="auto" hangingPunct="1">
              <a:spcAft>
                <a:spcPts val="0"/>
              </a:spcAft>
              <a:buFont typeface="Wingdings 2"/>
              <a:buNone/>
              <a:defRPr/>
            </a:pPr>
            <a:r>
              <a:rPr lang="en-AU" sz="2000" dirty="0">
                <a:latin typeface="Courier" charset="0"/>
              </a:rPr>
              <a:t>[ DATE-COMPILED. [ comment-entry ] ] </a:t>
            </a:r>
            <a:r>
              <a:rPr lang="en-AU" sz="2000" dirty="0">
                <a:solidFill>
                  <a:schemeClr val="hlink"/>
                </a:solidFill>
                <a:latin typeface="Courier" charset="0"/>
              </a:rPr>
              <a:t>&lt;YYYY/MM/DD</a:t>
            </a:r>
            <a:r>
              <a:rPr lang="en-AU" sz="2000" dirty="0">
                <a:latin typeface="Courier" charset="0"/>
              </a:rPr>
              <a:t> </a:t>
            </a:r>
            <a:r>
              <a:rPr lang="en-AU" sz="2000" dirty="0">
                <a:solidFill>
                  <a:schemeClr val="hlink"/>
                </a:solidFill>
                <a:latin typeface="Courier" charset="0"/>
              </a:rPr>
              <a:t>– </a:t>
            </a:r>
            <a:r>
              <a:rPr lang="en-AU" sz="2000" dirty="0" smtClean="0">
                <a:solidFill>
                  <a:schemeClr val="hlink"/>
                </a:solidFill>
                <a:latin typeface="Courier" charset="0"/>
              </a:rPr>
              <a:t>HH:MM: </a:t>
            </a:r>
            <a:r>
              <a:rPr lang="en-AU" sz="2000" dirty="0">
                <a:solidFill>
                  <a:schemeClr val="hlink"/>
                </a:solidFill>
                <a:latin typeface="Courier" charset="0"/>
              </a:rPr>
              <a:t>SS&gt;</a:t>
            </a:r>
          </a:p>
          <a:p>
            <a:pPr lvl="1" eaLnBrk="1" fontAlgn="auto" hangingPunct="1">
              <a:spcAft>
                <a:spcPts val="0"/>
              </a:spcAft>
              <a:buFont typeface="Wingdings 2"/>
              <a:buNone/>
              <a:defRPr/>
            </a:pPr>
            <a:r>
              <a:rPr lang="en-AU" sz="2000" dirty="0">
                <a:latin typeface="Courier" charset="0"/>
              </a:rPr>
              <a:t>[ SECURITY. [ comment-entry ] ]</a:t>
            </a:r>
            <a:endParaRPr lang="en-AU" sz="2000" dirty="0"/>
          </a:p>
          <a:p>
            <a:pPr eaLnBrk="1" fontAlgn="auto" hangingPunct="1">
              <a:spcAft>
                <a:spcPts val="0"/>
              </a:spcAft>
              <a:buFont typeface="Wingdings" pitchFamily="2" charset="2"/>
              <a:buNone/>
              <a:defRPr/>
            </a:pPr>
            <a:endParaRPr lang="en-AU" sz="2400" dirty="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0" y="0"/>
            <a:ext cx="7772400" cy="914400"/>
          </a:xfrm>
        </p:spPr>
        <p:txBody>
          <a:bodyPr/>
          <a:lstStyle/>
          <a:p>
            <a:pPr eaLnBrk="1" fontAlgn="auto" hangingPunct="1">
              <a:spcAft>
                <a:spcPts val="0"/>
              </a:spcAft>
              <a:defRPr/>
            </a:pPr>
            <a:r>
              <a:rPr lang="en-AU" sz="3200" dirty="0"/>
              <a:t>ENVIRONMENT DIVISION</a:t>
            </a:r>
          </a:p>
        </p:txBody>
      </p:sp>
      <p:sp>
        <p:nvSpPr>
          <p:cNvPr id="32771" name="Rectangle 3"/>
          <p:cNvSpPr>
            <a:spLocks noGrp="1" noChangeArrowheads="1"/>
          </p:cNvSpPr>
          <p:nvPr>
            <p:ph idx="1"/>
          </p:nvPr>
        </p:nvSpPr>
        <p:spPr>
          <a:xfrm>
            <a:off x="304800" y="1219200"/>
            <a:ext cx="8382000" cy="5257800"/>
          </a:xfrm>
        </p:spPr>
        <p:txBody>
          <a:bodyPr>
            <a:normAutofit fontScale="40000" lnSpcReduction="20000"/>
          </a:bodyPr>
          <a:lstStyle/>
          <a:p>
            <a:pPr eaLnBrk="1" fontAlgn="auto" hangingPunct="1">
              <a:spcAft>
                <a:spcPts val="0"/>
              </a:spcAft>
              <a:buFont typeface="Wingdings 2"/>
              <a:buNone/>
              <a:defRPr/>
            </a:pPr>
            <a:r>
              <a:rPr lang="en-US" sz="2900" dirty="0" smtClean="0"/>
              <a:t>	</a:t>
            </a:r>
          </a:p>
          <a:p>
            <a:pPr eaLnBrk="1" fontAlgn="auto" hangingPunct="1">
              <a:spcAft>
                <a:spcPts val="0"/>
              </a:spcAft>
              <a:buFont typeface="Wingdings 2"/>
              <a:buNone/>
              <a:defRPr/>
            </a:pPr>
            <a:r>
              <a:rPr lang="en-US" sz="3800" dirty="0" smtClean="0"/>
              <a:t>The Environment Division declares the operating  environment of the program unit and provides optional error reporting for screen input operations. </a:t>
            </a:r>
          </a:p>
          <a:p>
            <a:pPr eaLnBrk="1" fontAlgn="auto" hangingPunct="1">
              <a:spcAft>
                <a:spcPts val="0"/>
              </a:spcAft>
              <a:buFont typeface="Wingdings 2"/>
              <a:buNone/>
              <a:defRPr/>
            </a:pPr>
            <a:endParaRPr lang="en-US" sz="2900" dirty="0" smtClean="0"/>
          </a:p>
          <a:p>
            <a:pPr eaLnBrk="1" fontAlgn="auto" hangingPunct="1">
              <a:spcAft>
                <a:spcPts val="0"/>
              </a:spcAft>
              <a:buFont typeface="Wingdings 2"/>
              <a:buNone/>
              <a:defRPr/>
            </a:pPr>
            <a:r>
              <a:rPr lang="en-US" sz="3800" dirty="0" smtClean="0"/>
              <a:t>The </a:t>
            </a:r>
            <a:r>
              <a:rPr lang="en-US" sz="3800" dirty="0"/>
              <a:t>division </a:t>
            </a:r>
            <a:r>
              <a:rPr lang="en-US" sz="3800" dirty="0" smtClean="0"/>
              <a:t>has 2 sections:</a:t>
            </a:r>
          </a:p>
          <a:p>
            <a:pPr eaLnBrk="1" fontAlgn="auto" hangingPunct="1">
              <a:spcAft>
                <a:spcPts val="0"/>
              </a:spcAft>
              <a:buFont typeface="Wingdings 2"/>
              <a:buNone/>
              <a:defRPr/>
            </a:pPr>
            <a:endParaRPr lang="en-US" sz="3800" dirty="0"/>
          </a:p>
          <a:p>
            <a:pPr eaLnBrk="1" fontAlgn="auto" hangingPunct="1">
              <a:spcAft>
                <a:spcPts val="0"/>
              </a:spcAft>
              <a:buFont typeface="Wingdings" pitchFamily="2" charset="2"/>
              <a:buNone/>
              <a:defRPr/>
            </a:pPr>
            <a:r>
              <a:rPr lang="en-US" sz="6000" dirty="0" smtClean="0">
                <a:latin typeface="Courier" charset="0"/>
              </a:rPr>
              <a:t>CONFIGURATION </a:t>
            </a:r>
            <a:r>
              <a:rPr lang="en-US" sz="6000" dirty="0">
                <a:latin typeface="Courier" charset="0"/>
              </a:rPr>
              <a:t>SECTION</a:t>
            </a:r>
            <a:r>
              <a:rPr lang="en-US" sz="6000" dirty="0" smtClean="0">
                <a:latin typeface="Courier" charset="0"/>
              </a:rPr>
              <a:t>.</a:t>
            </a:r>
          </a:p>
          <a:p>
            <a:pPr eaLnBrk="1" fontAlgn="auto" hangingPunct="1">
              <a:spcAft>
                <a:spcPts val="0"/>
              </a:spcAft>
              <a:buFont typeface="Wingdings 2"/>
              <a:buNone/>
              <a:defRPr/>
            </a:pPr>
            <a:r>
              <a:rPr lang="en-US" sz="2600" dirty="0" smtClean="0"/>
              <a:t>	</a:t>
            </a:r>
            <a:r>
              <a:rPr lang="en-US" sz="3800" dirty="0" smtClean="0"/>
              <a:t>The required Configuration Section declares the operating environment of the program unit. These declarations can include terminal type characteristics and screen display attributes.</a:t>
            </a:r>
            <a:endParaRPr lang="en-US" sz="3800" dirty="0">
              <a:latin typeface="Courier" charset="0"/>
            </a:endParaRPr>
          </a:p>
          <a:p>
            <a:pPr lvl="1" eaLnBrk="1" fontAlgn="auto" hangingPunct="1">
              <a:spcAft>
                <a:spcPts val="0"/>
              </a:spcAft>
              <a:buFont typeface="Wingdings" pitchFamily="2" charset="2"/>
              <a:buNone/>
              <a:defRPr/>
            </a:pPr>
            <a:endParaRPr lang="en-US" sz="3800" dirty="0" smtClean="0">
              <a:latin typeface="Courier" charset="0"/>
            </a:endParaRPr>
          </a:p>
          <a:p>
            <a:pPr lvl="1" eaLnBrk="1" fontAlgn="auto" hangingPunct="1">
              <a:spcAft>
                <a:spcPts val="0"/>
              </a:spcAft>
              <a:buFont typeface="Wingdings" pitchFamily="2" charset="2"/>
              <a:buNone/>
              <a:defRPr/>
            </a:pPr>
            <a:r>
              <a:rPr lang="en-US" sz="3800" dirty="0" smtClean="0">
                <a:latin typeface="Courier" charset="0"/>
              </a:rPr>
              <a:t>SOURCE-COMPUTER</a:t>
            </a:r>
            <a:r>
              <a:rPr lang="en-US" sz="3800" dirty="0">
                <a:latin typeface="Courier" charset="0"/>
              </a:rPr>
              <a:t>. comment-entry </a:t>
            </a:r>
            <a:r>
              <a:rPr lang="en-US" sz="3800" b="1" dirty="0">
                <a:solidFill>
                  <a:schemeClr val="hlink"/>
                </a:solidFill>
                <a:latin typeface="Courier" charset="0"/>
              </a:rPr>
              <a:t>&lt;</a:t>
            </a:r>
            <a:r>
              <a:rPr lang="en-US" sz="3800" b="1" i="1" dirty="0">
                <a:solidFill>
                  <a:schemeClr val="hlink"/>
                </a:solidFill>
                <a:latin typeface="Courier" charset="0"/>
              </a:rPr>
              <a:t>T16&gt;</a:t>
            </a:r>
            <a:endParaRPr lang="en-US" sz="3800" b="1" dirty="0">
              <a:latin typeface="Courier" charset="0"/>
            </a:endParaRPr>
          </a:p>
          <a:p>
            <a:pPr lvl="1" eaLnBrk="1" fontAlgn="auto" hangingPunct="1">
              <a:spcAft>
                <a:spcPts val="0"/>
              </a:spcAft>
              <a:buFont typeface="Wingdings" pitchFamily="2" charset="2"/>
              <a:buNone/>
              <a:defRPr/>
            </a:pPr>
            <a:r>
              <a:rPr lang="en-US" sz="3800" dirty="0">
                <a:latin typeface="Courier" charset="0"/>
              </a:rPr>
              <a:t>OBJECT-COMPUTER. object-computer-entry </a:t>
            </a:r>
            <a:r>
              <a:rPr lang="en-US" sz="3800" dirty="0">
                <a:solidFill>
                  <a:schemeClr val="hlink"/>
                </a:solidFill>
                <a:latin typeface="Courier" charset="0"/>
              </a:rPr>
              <a:t>&lt;</a:t>
            </a:r>
            <a:r>
              <a:rPr lang="en-US" sz="3800" b="1" dirty="0">
                <a:solidFill>
                  <a:schemeClr val="hlink"/>
                </a:solidFill>
                <a:latin typeface="Courier" charset="0"/>
              </a:rPr>
              <a:t>T16&gt;  				&lt;Terminal is conversational&gt;</a:t>
            </a:r>
          </a:p>
          <a:p>
            <a:pPr lvl="1" eaLnBrk="1" fontAlgn="auto" hangingPunct="1">
              <a:spcAft>
                <a:spcPts val="0"/>
              </a:spcAft>
              <a:buFont typeface="Wingdings" pitchFamily="2" charset="2"/>
              <a:buNone/>
              <a:defRPr/>
            </a:pPr>
            <a:r>
              <a:rPr lang="en-US" sz="3800" dirty="0">
                <a:latin typeface="Courier" charset="0"/>
              </a:rPr>
              <a:t>[ SPECIAL-NAMES. special-names-entry ] </a:t>
            </a:r>
          </a:p>
          <a:p>
            <a:pPr lvl="1" eaLnBrk="1" fontAlgn="auto" hangingPunct="1">
              <a:spcAft>
                <a:spcPts val="0"/>
              </a:spcAft>
              <a:buFont typeface="Wingdings" pitchFamily="2" charset="2"/>
              <a:buNone/>
              <a:defRPr/>
            </a:pPr>
            <a:r>
              <a:rPr lang="en-US" sz="3800" dirty="0">
                <a:latin typeface="Courier" charset="0"/>
              </a:rPr>
              <a:t>				</a:t>
            </a:r>
            <a:r>
              <a:rPr lang="en-US" sz="3800" dirty="0">
                <a:solidFill>
                  <a:schemeClr val="hlink"/>
                </a:solidFill>
                <a:latin typeface="Courier" charset="0"/>
              </a:rPr>
              <a:t>&lt;</a:t>
            </a:r>
            <a:r>
              <a:rPr lang="en-US" sz="3800" dirty="0">
                <a:latin typeface="Courier" charset="0"/>
              </a:rPr>
              <a:t> </a:t>
            </a:r>
            <a:r>
              <a:rPr lang="en-US" sz="3800" b="1" i="1" dirty="0">
                <a:solidFill>
                  <a:schemeClr val="hlink"/>
                </a:solidFill>
                <a:latin typeface="Courier" charset="0"/>
              </a:rPr>
              <a:t>ENTER-KEY IS F1&gt;</a:t>
            </a:r>
          </a:p>
          <a:p>
            <a:pPr lvl="1" eaLnBrk="1" fontAlgn="auto" hangingPunct="1">
              <a:spcAft>
                <a:spcPts val="0"/>
              </a:spcAft>
              <a:buFont typeface="Wingdings" pitchFamily="2" charset="2"/>
              <a:buNone/>
              <a:defRPr/>
            </a:pPr>
            <a:r>
              <a:rPr lang="en-US" sz="3800" b="1" i="1" dirty="0">
                <a:solidFill>
                  <a:schemeClr val="hlink"/>
                </a:solidFill>
                <a:latin typeface="Courier" charset="0"/>
              </a:rPr>
              <a:t>				&lt;  EXIT-KEY IS F16</a:t>
            </a:r>
            <a:r>
              <a:rPr lang="en-US" sz="3800" b="1" i="1" dirty="0" smtClean="0">
                <a:solidFill>
                  <a:schemeClr val="hlink"/>
                </a:solidFill>
                <a:latin typeface="Courier" charset="0"/>
              </a:rPr>
              <a:t>&gt;</a:t>
            </a:r>
          </a:p>
          <a:p>
            <a:pPr lvl="1" eaLnBrk="1" fontAlgn="auto" hangingPunct="1">
              <a:spcAft>
                <a:spcPts val="0"/>
              </a:spcAft>
              <a:buFont typeface="Wingdings" pitchFamily="2" charset="2"/>
              <a:buNone/>
              <a:defRPr/>
            </a:pPr>
            <a:endParaRPr lang="en-US" sz="2600" b="1" i="1" dirty="0" smtClean="0">
              <a:solidFill>
                <a:schemeClr val="hlink"/>
              </a:solidFill>
              <a:latin typeface="Courier" charset="0"/>
            </a:endParaRPr>
          </a:p>
          <a:p>
            <a:pPr eaLnBrk="1" fontAlgn="auto" hangingPunct="1">
              <a:spcAft>
                <a:spcPts val="0"/>
              </a:spcAft>
              <a:buFont typeface="Wingdings" pitchFamily="2" charset="2"/>
              <a:buNone/>
              <a:defRPr/>
            </a:pPr>
            <a:endParaRPr lang="en-US" sz="2900" dirty="0" smtClean="0">
              <a:latin typeface="Courier" charset="0"/>
            </a:endParaRPr>
          </a:p>
          <a:p>
            <a:pPr eaLnBrk="1" fontAlgn="auto" hangingPunct="1">
              <a:spcAft>
                <a:spcPts val="0"/>
              </a:spcAft>
              <a:buFont typeface="Wingdings" pitchFamily="2" charset="2"/>
              <a:buNone/>
              <a:defRPr/>
            </a:pPr>
            <a:endParaRPr lang="en-US" sz="2900" dirty="0" smtClean="0">
              <a:latin typeface="Courier" charset="0"/>
            </a:endParaRPr>
          </a:p>
          <a:p>
            <a:pPr eaLnBrk="1" fontAlgn="auto" hangingPunct="1">
              <a:spcAft>
                <a:spcPts val="0"/>
              </a:spcAft>
              <a:buFont typeface="Wingdings" pitchFamily="2" charset="2"/>
              <a:buNone/>
              <a:defRPr/>
            </a:pPr>
            <a:r>
              <a:rPr lang="en-US" sz="6000" dirty="0" smtClean="0">
                <a:latin typeface="Courier" charset="0"/>
              </a:rPr>
              <a:t>[ INPUT-OUTPUT SECTION. input-output-entry ]</a:t>
            </a:r>
          </a:p>
          <a:p>
            <a:pPr eaLnBrk="1" fontAlgn="auto" hangingPunct="1">
              <a:spcAft>
                <a:spcPts val="0"/>
              </a:spcAft>
              <a:buFont typeface="Wingdings" pitchFamily="2" charset="2"/>
              <a:buNone/>
              <a:defRPr/>
            </a:pPr>
            <a:r>
              <a:rPr lang="en-US" sz="4500" dirty="0" smtClean="0"/>
              <a:t>The optional Input-Output Section provides error reporting for screen input operations.</a:t>
            </a:r>
            <a:endParaRPr lang="en-US" sz="4500" dirty="0" smtClean="0">
              <a:latin typeface="Courier" charset="0"/>
            </a:endParaRPr>
          </a:p>
          <a:p>
            <a:pPr lvl="1" eaLnBrk="1" fontAlgn="auto" hangingPunct="1">
              <a:spcAft>
                <a:spcPts val="0"/>
              </a:spcAft>
              <a:buFont typeface="Wingdings" pitchFamily="2" charset="2"/>
              <a:buNone/>
              <a:defRPr/>
            </a:pPr>
            <a:endParaRPr lang="en-US" sz="1600" b="1" i="1" dirty="0">
              <a:solidFill>
                <a:schemeClr val="hlink"/>
              </a:solidFill>
              <a:latin typeface="Courier" charset="0"/>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0" y="0"/>
            <a:ext cx="7772400" cy="1143000"/>
          </a:xfrm>
        </p:spPr>
        <p:txBody>
          <a:bodyPr/>
          <a:lstStyle/>
          <a:p>
            <a:pPr eaLnBrk="1" fontAlgn="auto" hangingPunct="1">
              <a:spcAft>
                <a:spcPts val="0"/>
              </a:spcAft>
              <a:defRPr/>
            </a:pPr>
            <a:r>
              <a:rPr lang="en-US" dirty="0"/>
              <a:t>DATA DIVISION</a:t>
            </a:r>
          </a:p>
        </p:txBody>
      </p:sp>
      <p:sp>
        <p:nvSpPr>
          <p:cNvPr id="33795" name="Rectangle 3"/>
          <p:cNvSpPr>
            <a:spLocks noGrp="1" noChangeArrowheads="1"/>
          </p:cNvSpPr>
          <p:nvPr>
            <p:ph idx="1"/>
          </p:nvPr>
        </p:nvSpPr>
        <p:spPr>
          <a:xfrm>
            <a:off x="533400" y="1524000"/>
            <a:ext cx="7772400" cy="4114800"/>
          </a:xfrm>
        </p:spPr>
        <p:txBody>
          <a:bodyPr>
            <a:normAutofit fontScale="92500" lnSpcReduction="20000"/>
          </a:bodyPr>
          <a:lstStyle/>
          <a:p>
            <a:pPr eaLnBrk="1" fontAlgn="auto" hangingPunct="1">
              <a:lnSpc>
                <a:spcPct val="90000"/>
              </a:lnSpc>
              <a:spcAft>
                <a:spcPts val="0"/>
              </a:spcAft>
              <a:buFont typeface="Wingdings" pitchFamily="2" charset="2"/>
              <a:buNone/>
              <a:defRPr/>
            </a:pPr>
            <a:r>
              <a:rPr lang="en-US" sz="2800" dirty="0">
                <a:latin typeface="Courier" charset="0"/>
              </a:rPr>
              <a:t>DATA DIVISION.</a:t>
            </a:r>
          </a:p>
          <a:p>
            <a:pPr eaLnBrk="1" fontAlgn="auto" hangingPunct="1">
              <a:lnSpc>
                <a:spcPct val="90000"/>
              </a:lnSpc>
              <a:spcAft>
                <a:spcPts val="0"/>
              </a:spcAft>
              <a:buFont typeface="Wingdings" pitchFamily="2" charset="2"/>
              <a:buNone/>
              <a:defRPr/>
            </a:pPr>
            <a:endParaRPr lang="en-US" sz="2800" dirty="0">
              <a:latin typeface="Courier" charset="0"/>
            </a:endParaRPr>
          </a:p>
          <a:p>
            <a:pPr eaLnBrk="1" fontAlgn="auto" hangingPunct="1">
              <a:lnSpc>
                <a:spcPct val="90000"/>
              </a:lnSpc>
              <a:spcAft>
                <a:spcPts val="0"/>
              </a:spcAft>
              <a:buFont typeface="Courier New" pitchFamily="49" charset="0"/>
              <a:buChar char="o"/>
              <a:defRPr/>
            </a:pPr>
            <a:r>
              <a:rPr lang="en-US" sz="2800" dirty="0">
                <a:latin typeface="Courier" charset="0"/>
              </a:rPr>
              <a:t>[ WORKING-STORAGE SECTION.</a:t>
            </a:r>
          </a:p>
          <a:p>
            <a:pPr eaLnBrk="1" fontAlgn="auto" hangingPunct="1">
              <a:lnSpc>
                <a:spcPct val="90000"/>
              </a:lnSpc>
              <a:spcAft>
                <a:spcPts val="0"/>
              </a:spcAft>
              <a:buNone/>
              <a:defRPr/>
            </a:pPr>
            <a:r>
              <a:rPr lang="en-US" sz="2800" dirty="0">
                <a:latin typeface="Courier" charset="0"/>
              </a:rPr>
              <a:t>			data-description-entries ]</a:t>
            </a:r>
          </a:p>
          <a:p>
            <a:pPr eaLnBrk="1" fontAlgn="auto" hangingPunct="1">
              <a:lnSpc>
                <a:spcPct val="90000"/>
              </a:lnSpc>
              <a:spcAft>
                <a:spcPts val="0"/>
              </a:spcAft>
              <a:buFont typeface="Courier New" pitchFamily="49" charset="0"/>
              <a:buChar char="o"/>
              <a:defRPr/>
            </a:pPr>
            <a:r>
              <a:rPr lang="en-US" sz="2800" dirty="0">
                <a:latin typeface="Courier" charset="0"/>
              </a:rPr>
              <a:t>[ LINKAGE SECTION.</a:t>
            </a:r>
          </a:p>
          <a:p>
            <a:pPr eaLnBrk="1" fontAlgn="auto" hangingPunct="1">
              <a:lnSpc>
                <a:spcPct val="90000"/>
              </a:lnSpc>
              <a:spcAft>
                <a:spcPts val="0"/>
              </a:spcAft>
              <a:buNone/>
              <a:defRPr/>
            </a:pPr>
            <a:r>
              <a:rPr lang="en-US" sz="2800" dirty="0">
                <a:latin typeface="Courier" charset="0"/>
              </a:rPr>
              <a:t>			data-description-entries ]</a:t>
            </a:r>
          </a:p>
          <a:p>
            <a:pPr eaLnBrk="1" fontAlgn="auto" hangingPunct="1">
              <a:lnSpc>
                <a:spcPct val="90000"/>
              </a:lnSpc>
              <a:spcAft>
                <a:spcPts val="0"/>
              </a:spcAft>
              <a:buFont typeface="Courier New" pitchFamily="49" charset="0"/>
              <a:buChar char="o"/>
              <a:defRPr/>
            </a:pPr>
            <a:r>
              <a:rPr lang="en-US" sz="2800" dirty="0">
                <a:latin typeface="Courier" charset="0"/>
              </a:rPr>
              <a:t>[ SCREEN SECTION.</a:t>
            </a:r>
          </a:p>
          <a:p>
            <a:pPr eaLnBrk="1" fontAlgn="auto" hangingPunct="1">
              <a:lnSpc>
                <a:spcPct val="90000"/>
              </a:lnSpc>
              <a:spcAft>
                <a:spcPts val="0"/>
              </a:spcAft>
              <a:buNone/>
              <a:defRPr/>
            </a:pPr>
            <a:r>
              <a:rPr lang="en-US" sz="2800" dirty="0">
                <a:latin typeface="Courier" charset="0"/>
              </a:rPr>
              <a:t>			 input-control-entries ]</a:t>
            </a:r>
          </a:p>
          <a:p>
            <a:pPr eaLnBrk="1" fontAlgn="auto" hangingPunct="1">
              <a:lnSpc>
                <a:spcPct val="90000"/>
              </a:lnSpc>
              <a:spcAft>
                <a:spcPts val="0"/>
              </a:spcAft>
              <a:buNone/>
              <a:defRPr/>
            </a:pPr>
            <a:r>
              <a:rPr lang="en-US" sz="2800" dirty="0">
                <a:latin typeface="Courier" charset="0"/>
              </a:rPr>
              <a:t>			 screen-description-entries ]</a:t>
            </a:r>
          </a:p>
          <a:p>
            <a:pPr eaLnBrk="1" fontAlgn="auto" hangingPunct="1">
              <a:lnSpc>
                <a:spcPct val="90000"/>
              </a:lnSpc>
              <a:spcAft>
                <a:spcPts val="0"/>
              </a:spcAft>
              <a:buFont typeface="Courier New" pitchFamily="49" charset="0"/>
              <a:buChar char="o"/>
              <a:defRPr/>
            </a:pPr>
            <a:r>
              <a:rPr lang="en-US" sz="2800" dirty="0">
                <a:latin typeface="Courier" charset="0"/>
              </a:rPr>
              <a:t>[ MESSAGE SECTION.</a:t>
            </a:r>
          </a:p>
          <a:p>
            <a:pPr eaLnBrk="1" fontAlgn="auto" hangingPunct="1">
              <a:lnSpc>
                <a:spcPct val="90000"/>
              </a:lnSpc>
              <a:spcAft>
                <a:spcPts val="0"/>
              </a:spcAft>
              <a:buNone/>
              <a:defRPr/>
            </a:pPr>
            <a:r>
              <a:rPr lang="en-US" sz="2800" dirty="0">
                <a:latin typeface="Courier" charset="0"/>
              </a:rPr>
              <a:t>			message-description-entries ]</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0" y="0"/>
            <a:ext cx="8686800" cy="838200"/>
          </a:xfrm>
        </p:spPr>
        <p:txBody>
          <a:bodyPr/>
          <a:lstStyle/>
          <a:p>
            <a:pPr eaLnBrk="1" fontAlgn="auto" hangingPunct="1">
              <a:spcAft>
                <a:spcPts val="0"/>
              </a:spcAft>
              <a:defRPr/>
            </a:pPr>
            <a:r>
              <a:rPr lang="en-US" sz="3200" dirty="0" smtClean="0"/>
              <a:t>WORKING-STORAGE SECTION</a:t>
            </a:r>
            <a:endParaRPr lang="en-US" sz="3200" dirty="0"/>
          </a:p>
        </p:txBody>
      </p:sp>
      <p:sp>
        <p:nvSpPr>
          <p:cNvPr id="20483" name="Rectangle 3"/>
          <p:cNvSpPr>
            <a:spLocks noGrp="1" noChangeArrowheads="1"/>
          </p:cNvSpPr>
          <p:nvPr>
            <p:ph idx="1"/>
          </p:nvPr>
        </p:nvSpPr>
        <p:spPr>
          <a:xfrm>
            <a:off x="685800" y="1295400"/>
            <a:ext cx="7772400" cy="4114800"/>
          </a:xfrm>
        </p:spPr>
        <p:txBody>
          <a:bodyPr/>
          <a:lstStyle/>
          <a:p>
            <a:pPr eaLnBrk="1" hangingPunct="1">
              <a:buFont typeface="Wingdings" pitchFamily="2" charset="2"/>
              <a:buNone/>
            </a:pPr>
            <a:r>
              <a:rPr lang="en-US" smtClean="0"/>
              <a:t>   The </a:t>
            </a:r>
            <a:r>
              <a:rPr lang="en-US" sz="2800" smtClean="0"/>
              <a:t>Working-Storage Section defines records and miscellaneous data items used for internal purposes. Data entries in this section can be set to initial values. </a:t>
            </a:r>
          </a:p>
          <a:p>
            <a:pPr eaLnBrk="1" hangingPunct="1">
              <a:buFont typeface="Wingdings" pitchFamily="2" charset="2"/>
              <a:buNone/>
            </a:pPr>
            <a:r>
              <a:rPr lang="en-US" sz="2800" smtClean="0"/>
              <a:t>	The maximum size of elementary items, group items, and 01 level items in this section is 32000 bytes.</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0" y="0"/>
            <a:ext cx="8686800" cy="838200"/>
          </a:xfrm>
        </p:spPr>
        <p:txBody>
          <a:bodyPr/>
          <a:lstStyle/>
          <a:p>
            <a:pPr eaLnBrk="1" fontAlgn="auto" hangingPunct="1">
              <a:spcAft>
                <a:spcPts val="0"/>
              </a:spcAft>
              <a:defRPr/>
            </a:pPr>
            <a:r>
              <a:rPr lang="en-US" dirty="0"/>
              <a:t>LINKAGE SECTION	</a:t>
            </a:r>
            <a:r>
              <a:rPr lang="en-US" dirty="0" smtClean="0"/>
              <a:t> </a:t>
            </a:r>
            <a:endParaRPr lang="en-US" dirty="0"/>
          </a:p>
        </p:txBody>
      </p:sp>
      <p:sp>
        <p:nvSpPr>
          <p:cNvPr id="21507" name="Content Placeholder 4"/>
          <p:cNvSpPr>
            <a:spLocks noGrp="1"/>
          </p:cNvSpPr>
          <p:nvPr>
            <p:ph idx="1"/>
          </p:nvPr>
        </p:nvSpPr>
        <p:spPr>
          <a:xfrm>
            <a:off x="457200" y="990600"/>
            <a:ext cx="8686800" cy="5135563"/>
          </a:xfrm>
        </p:spPr>
        <p:txBody>
          <a:bodyPr/>
          <a:lstStyle/>
          <a:p>
            <a:pPr eaLnBrk="1" hangingPunct="1">
              <a:buFont typeface="Wingdings" pitchFamily="2" charset="2"/>
              <a:buNone/>
            </a:pPr>
            <a:r>
              <a:rPr lang="en-US" sz="2000" dirty="0" smtClean="0"/>
              <a:t>	The Linkage Section describes data passed from the calling program to the program containing the Linkage Section (the called program). The Linkage Section associates the data items defined in the section with data items defined in the Working-Storage Section of the calling program. A Linkage Section is required in a called program even when no data is passed.</a:t>
            </a:r>
          </a:p>
          <a:p>
            <a:pPr eaLnBrk="1" hangingPunct="1">
              <a:buFont typeface="Wingdings" pitchFamily="2" charset="2"/>
              <a:buNone/>
            </a:pPr>
            <a:endParaRPr lang="en-US" sz="2000" dirty="0" smtClean="0"/>
          </a:p>
          <a:p>
            <a:pPr eaLnBrk="1" hangingPunct="1">
              <a:buFont typeface="Wingdings 2" pitchFamily="18" charset="2"/>
              <a:buNone/>
            </a:pPr>
            <a:r>
              <a:rPr lang="en-US" sz="2000" dirty="0" smtClean="0"/>
              <a:t>	The Linkage Section does not cause the system to allocate additional memory in the called program. The called and calling programs share the calling program’s memory for the common data structures.</a:t>
            </a:r>
          </a:p>
          <a:p>
            <a:pPr eaLnBrk="1" hangingPunct="1">
              <a:buFont typeface="Wingdings 2" pitchFamily="18" charset="2"/>
              <a:buNone/>
            </a:pPr>
            <a:r>
              <a:rPr lang="en-US" sz="2000" dirty="0" smtClean="0">
                <a:latin typeface="Courier" charset="0"/>
              </a:rPr>
              <a:t>	</a:t>
            </a:r>
          </a:p>
          <a:p>
            <a:pPr eaLnBrk="1" hangingPunct="1">
              <a:buFont typeface="Wingdings 2" pitchFamily="18" charset="2"/>
              <a:buNone/>
            </a:pPr>
            <a:r>
              <a:rPr lang="en-US" sz="2000" dirty="0" smtClean="0"/>
              <a:t>	An 01 level data item can have a maximum size of 32,000 bytes and can comprise elementary and/or group items.</a:t>
            </a:r>
            <a:endParaRPr lang="en-US" sz="2000" dirty="0" smtClean="0">
              <a:latin typeface="Courier" charset="0"/>
            </a:endParaRPr>
          </a:p>
          <a:p>
            <a:pPr eaLnBrk="1" hangingPunct="1">
              <a:buFont typeface="Wingdings 2" pitchFamily="18" charset="2"/>
              <a:buNone/>
            </a:pPr>
            <a:endParaRPr lang="en-US" dirty="0" smtClean="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0" y="0"/>
            <a:ext cx="8686800" cy="838200"/>
          </a:xfrm>
        </p:spPr>
        <p:txBody>
          <a:bodyPr/>
          <a:lstStyle/>
          <a:p>
            <a:pPr eaLnBrk="1" fontAlgn="auto" hangingPunct="1">
              <a:spcAft>
                <a:spcPts val="0"/>
              </a:spcAft>
              <a:defRPr/>
            </a:pPr>
            <a:r>
              <a:rPr lang="en-US" dirty="0"/>
              <a:t>SCREEN SECTION</a:t>
            </a:r>
          </a:p>
        </p:txBody>
      </p:sp>
      <p:sp>
        <p:nvSpPr>
          <p:cNvPr id="22531" name="Rectangle 3"/>
          <p:cNvSpPr>
            <a:spLocks noGrp="1" noChangeArrowheads="1"/>
          </p:cNvSpPr>
          <p:nvPr>
            <p:ph idx="1"/>
          </p:nvPr>
        </p:nvSpPr>
        <p:spPr>
          <a:xfrm>
            <a:off x="457200" y="1600200"/>
            <a:ext cx="8686800" cy="4525963"/>
          </a:xfrm>
        </p:spPr>
        <p:txBody>
          <a:bodyPr/>
          <a:lstStyle/>
          <a:p>
            <a:pPr eaLnBrk="1" hangingPunct="1">
              <a:buFont typeface="Wingdings" pitchFamily="2" charset="2"/>
              <a:buNone/>
            </a:pPr>
            <a:r>
              <a:rPr lang="en-US" dirty="0" smtClean="0"/>
              <a:t>   The Screen Section describes the screens that are referred to in the Procedure Division. The structure of the Screen Section is similar to that of the Working-Storage Section. The section makes provision for two types of screens: base and overlay.</a:t>
            </a: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686800" cy="838200"/>
          </a:xfrm>
        </p:spPr>
        <p:txBody>
          <a:bodyPr/>
          <a:lstStyle/>
          <a:p>
            <a:pPr eaLnBrk="1" fontAlgn="auto" hangingPunct="1">
              <a:spcAft>
                <a:spcPts val="0"/>
              </a:spcAft>
              <a:defRPr/>
            </a:pPr>
            <a:r>
              <a:rPr lang="en-US" dirty="0" smtClean="0"/>
              <a:t>Message section	</a:t>
            </a:r>
            <a:endParaRPr lang="en-US" dirty="0"/>
          </a:p>
        </p:txBody>
      </p:sp>
      <p:sp>
        <p:nvSpPr>
          <p:cNvPr id="23555" name="Content Placeholder 2"/>
          <p:cNvSpPr>
            <a:spLocks noGrp="1"/>
          </p:cNvSpPr>
          <p:nvPr>
            <p:ph idx="1"/>
          </p:nvPr>
        </p:nvSpPr>
        <p:spPr/>
        <p:txBody>
          <a:bodyPr/>
          <a:lstStyle/>
          <a:p>
            <a:pPr eaLnBrk="1" hangingPunct="1">
              <a:buFont typeface="Wingdings 2" pitchFamily="18" charset="2"/>
              <a:buNone/>
            </a:pPr>
            <a:r>
              <a:rPr lang="en-US" smtClean="0"/>
              <a:t>The message section describes the message that are referred into the procedure division. The structure of the message section is similar to that of working storage section.</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533400" y="533400"/>
            <a:ext cx="7772400" cy="1143000"/>
          </a:xfrm>
        </p:spPr>
        <p:txBody>
          <a:bodyPr>
            <a:normAutofit fontScale="90000"/>
          </a:bodyPr>
          <a:lstStyle/>
          <a:p>
            <a:pPr eaLnBrk="1" fontAlgn="auto" hangingPunct="1">
              <a:spcAft>
                <a:spcPts val="0"/>
              </a:spcAft>
              <a:defRPr/>
            </a:pPr>
            <a:r>
              <a:rPr lang="en-US" b="1" dirty="0"/>
              <a:t>Level Numbers </a:t>
            </a:r>
            <a:br>
              <a:rPr lang="en-US" b="1" dirty="0"/>
            </a:br>
            <a:endParaRPr lang="en-US" b="1" dirty="0"/>
          </a:p>
        </p:txBody>
      </p:sp>
      <p:sp>
        <p:nvSpPr>
          <p:cNvPr id="37891" name="Rectangle 3"/>
          <p:cNvSpPr>
            <a:spLocks noGrp="1" noChangeArrowheads="1"/>
          </p:cNvSpPr>
          <p:nvPr>
            <p:ph idx="1"/>
          </p:nvPr>
        </p:nvSpPr>
        <p:spPr>
          <a:xfrm>
            <a:off x="381000" y="1295400"/>
            <a:ext cx="8763000" cy="5334000"/>
          </a:xfrm>
        </p:spPr>
        <p:txBody>
          <a:bodyPr>
            <a:normAutofit fontScale="70000" lnSpcReduction="20000"/>
          </a:bodyPr>
          <a:lstStyle/>
          <a:p>
            <a:pPr eaLnBrk="1" fontAlgn="auto" hangingPunct="1">
              <a:spcAft>
                <a:spcPts val="0"/>
              </a:spcAft>
              <a:buFont typeface="Wingdings 2"/>
              <a:buBlip>
                <a:blip r:embed="rId3"/>
              </a:buBlip>
              <a:defRPr/>
            </a:pPr>
            <a:r>
              <a:rPr lang="en-US" sz="2800" dirty="0" smtClean="0"/>
              <a:t>Level 01 to 49 describe the hierarchy of the data items.</a:t>
            </a:r>
          </a:p>
          <a:p>
            <a:pPr lvl="1" eaLnBrk="1" fontAlgn="auto" hangingPunct="1">
              <a:spcAft>
                <a:spcPts val="0"/>
              </a:spcAft>
              <a:buFont typeface="Wingdings 2"/>
              <a:buNone/>
              <a:defRPr/>
            </a:pPr>
            <a:r>
              <a:rPr lang="en-US" sz="2300" dirty="0" smtClean="0"/>
              <a:t>EG   01 sample-record.</a:t>
            </a:r>
          </a:p>
          <a:p>
            <a:pPr eaLnBrk="1" fontAlgn="auto" hangingPunct="1">
              <a:spcAft>
                <a:spcPts val="0"/>
              </a:spcAft>
              <a:buFont typeface="Wingdings 2"/>
              <a:buNone/>
              <a:defRPr/>
            </a:pPr>
            <a:r>
              <a:rPr lang="en-US" sz="2000" dirty="0" smtClean="0"/>
              <a:t>		 05 store-id.</a:t>
            </a:r>
          </a:p>
          <a:p>
            <a:pPr eaLnBrk="1" fontAlgn="auto" hangingPunct="1">
              <a:spcAft>
                <a:spcPts val="0"/>
              </a:spcAft>
              <a:buFont typeface="Wingdings 2"/>
              <a:buNone/>
              <a:defRPr/>
            </a:pPr>
            <a:r>
              <a:rPr lang="en-US" sz="2000" dirty="0" smtClean="0"/>
              <a:t>		      10 store-number PIC 999.</a:t>
            </a:r>
          </a:p>
          <a:p>
            <a:pPr eaLnBrk="1" fontAlgn="auto" hangingPunct="1">
              <a:spcAft>
                <a:spcPts val="0"/>
              </a:spcAft>
              <a:buFont typeface="Wingdings 2"/>
              <a:buNone/>
              <a:defRPr/>
            </a:pPr>
            <a:r>
              <a:rPr lang="en-US" sz="2000" dirty="0" smtClean="0"/>
              <a:t>		      10 store-region PIC X.</a:t>
            </a:r>
          </a:p>
          <a:p>
            <a:pPr eaLnBrk="1" fontAlgn="auto" hangingPunct="1">
              <a:spcAft>
                <a:spcPts val="0"/>
              </a:spcAft>
              <a:buFont typeface="Wingdings 2"/>
              <a:buNone/>
              <a:defRPr/>
            </a:pPr>
            <a:r>
              <a:rPr lang="en-US" sz="2000" dirty="0" smtClean="0"/>
              <a:t>		05 store-manager PIC X(35).</a:t>
            </a:r>
          </a:p>
          <a:p>
            <a:pPr eaLnBrk="1" fontAlgn="auto" hangingPunct="1">
              <a:spcAft>
                <a:spcPts val="0"/>
              </a:spcAft>
              <a:buFont typeface="Wingdings 2"/>
              <a:buNone/>
              <a:defRPr/>
            </a:pPr>
            <a:r>
              <a:rPr lang="en-US" sz="2000" dirty="0" smtClean="0"/>
              <a:t>		05 store-address.</a:t>
            </a:r>
          </a:p>
          <a:p>
            <a:pPr eaLnBrk="1" fontAlgn="auto" hangingPunct="1">
              <a:spcAft>
                <a:spcPts val="0"/>
              </a:spcAft>
              <a:buFont typeface="Wingdings 2"/>
              <a:buNone/>
              <a:defRPr/>
            </a:pPr>
            <a:r>
              <a:rPr lang="en-US" sz="2000" dirty="0" smtClean="0"/>
              <a:t>		      10 street PIC X(25).</a:t>
            </a:r>
          </a:p>
          <a:p>
            <a:pPr eaLnBrk="1" fontAlgn="auto" hangingPunct="1">
              <a:spcAft>
                <a:spcPts val="0"/>
              </a:spcAft>
              <a:buFont typeface="Wingdings 2"/>
              <a:buNone/>
              <a:defRPr/>
            </a:pPr>
            <a:r>
              <a:rPr lang="en-US" sz="2000" dirty="0" smtClean="0"/>
              <a:t>		      10 city PIC X(15).</a:t>
            </a:r>
          </a:p>
          <a:p>
            <a:pPr eaLnBrk="1" fontAlgn="auto" hangingPunct="1">
              <a:spcAft>
                <a:spcPts val="0"/>
              </a:spcAft>
              <a:buFont typeface="Wingdings 2"/>
              <a:buNone/>
              <a:defRPr/>
            </a:pPr>
            <a:r>
              <a:rPr lang="en-US" sz="2000" dirty="0" smtClean="0"/>
              <a:t>		      10 state PIC X(2).</a:t>
            </a:r>
          </a:p>
          <a:p>
            <a:pPr eaLnBrk="1" fontAlgn="auto" hangingPunct="1">
              <a:spcAft>
                <a:spcPts val="0"/>
              </a:spcAft>
              <a:buFont typeface="Wingdings 2"/>
              <a:buNone/>
              <a:defRPr/>
            </a:pPr>
            <a:r>
              <a:rPr lang="en-US" sz="2000" dirty="0" smtClean="0"/>
              <a:t>		      10 zip-code PIC 9(5).</a:t>
            </a:r>
          </a:p>
          <a:p>
            <a:pPr eaLnBrk="1" fontAlgn="auto" hangingPunct="1">
              <a:spcAft>
                <a:spcPts val="0"/>
              </a:spcAft>
              <a:buFont typeface="Wingdings 2"/>
              <a:buNone/>
              <a:defRPr/>
            </a:pPr>
            <a:r>
              <a:rPr lang="en-US" sz="2000" dirty="0" smtClean="0"/>
              <a:t> 		05 FILLER PIC X(14).</a:t>
            </a:r>
          </a:p>
          <a:p>
            <a:pPr eaLnBrk="1" fontAlgn="auto" hangingPunct="1">
              <a:spcAft>
                <a:spcPts val="0"/>
              </a:spcAft>
              <a:buFont typeface="Wingdings 2"/>
              <a:buNone/>
              <a:defRPr/>
            </a:pPr>
            <a:endParaRPr lang="en-US" sz="2800" dirty="0" smtClean="0"/>
          </a:p>
          <a:p>
            <a:pPr eaLnBrk="1" fontAlgn="auto" hangingPunct="1">
              <a:spcAft>
                <a:spcPts val="0"/>
              </a:spcAft>
              <a:buFont typeface="Wingdings 2"/>
              <a:buBlip>
                <a:blip r:embed="rId3"/>
              </a:buBlip>
              <a:defRPr/>
            </a:pPr>
            <a:r>
              <a:rPr lang="en-US" sz="2800" dirty="0" smtClean="0"/>
              <a:t>Level </a:t>
            </a:r>
            <a:r>
              <a:rPr lang="en-US" sz="2800" dirty="0"/>
              <a:t>66 specifies elementary items or groups </a:t>
            </a:r>
          </a:p>
          <a:p>
            <a:pPr eaLnBrk="1" fontAlgn="auto" hangingPunct="1">
              <a:spcAft>
                <a:spcPts val="0"/>
              </a:spcAft>
              <a:buFont typeface="Wingdings 2"/>
              <a:buNone/>
              <a:defRPr/>
            </a:pPr>
            <a:r>
              <a:rPr lang="en-US" sz="2800" dirty="0" smtClean="0"/>
              <a:t>	introduced </a:t>
            </a:r>
            <a:r>
              <a:rPr lang="en-US" sz="2800" dirty="0"/>
              <a:t>by a RENAMES clause</a:t>
            </a:r>
            <a:r>
              <a:rPr lang="en-US" sz="2800" dirty="0" smtClean="0"/>
              <a:t>. These </a:t>
            </a:r>
            <a:r>
              <a:rPr lang="en-US" sz="2800" dirty="0"/>
              <a:t>entries are </a:t>
            </a:r>
            <a:r>
              <a:rPr lang="en-US" sz="2800" dirty="0" smtClean="0"/>
              <a:t>used </a:t>
            </a:r>
            <a:r>
              <a:rPr lang="en-US" sz="2800" dirty="0"/>
              <a:t>to regroup contiguous </a:t>
            </a:r>
            <a:r>
              <a:rPr lang="en-US" sz="2800" dirty="0" smtClean="0"/>
              <a:t>elementary </a:t>
            </a:r>
            <a:r>
              <a:rPr lang="en-US" sz="2800" dirty="0"/>
              <a:t>data items</a:t>
            </a:r>
            <a:r>
              <a:rPr lang="en-US" sz="2800" dirty="0" smtClean="0"/>
              <a:t>.</a:t>
            </a:r>
          </a:p>
          <a:p>
            <a:pPr eaLnBrk="1" fontAlgn="auto" hangingPunct="1">
              <a:spcAft>
                <a:spcPts val="0"/>
              </a:spcAft>
              <a:buFont typeface="Wingdings 2"/>
              <a:buNone/>
              <a:defRPr/>
            </a:pPr>
            <a:r>
              <a:rPr lang="en-US" sz="2800" dirty="0" smtClean="0"/>
              <a:t>	</a:t>
            </a:r>
            <a:r>
              <a:rPr lang="en-US" sz="2800" dirty="0" err="1" smtClean="0"/>
              <a:t>Eg</a:t>
            </a:r>
            <a:r>
              <a:rPr lang="en-US" sz="2800" dirty="0" smtClean="0"/>
              <a:t> 	05 card-codes.</a:t>
            </a:r>
          </a:p>
          <a:p>
            <a:pPr lvl="2" eaLnBrk="1" fontAlgn="auto" hangingPunct="1">
              <a:spcAft>
                <a:spcPts val="0"/>
              </a:spcAft>
              <a:buFont typeface="Wingdings 2"/>
              <a:buNone/>
              <a:defRPr/>
            </a:pPr>
            <a:r>
              <a:rPr lang="en-US" sz="2000" dirty="0" smtClean="0"/>
              <a:t>	10 store-code PIC 9.</a:t>
            </a:r>
          </a:p>
          <a:p>
            <a:pPr lvl="2" eaLnBrk="1" fontAlgn="auto" hangingPunct="1">
              <a:spcAft>
                <a:spcPts val="0"/>
              </a:spcAft>
              <a:buFont typeface="Wingdings 2"/>
              <a:buNone/>
              <a:defRPr/>
            </a:pPr>
            <a:r>
              <a:rPr lang="en-US" sz="2000" dirty="0" smtClean="0"/>
              <a:t>	10 state-code PIC 9(4).</a:t>
            </a:r>
          </a:p>
          <a:p>
            <a:pPr lvl="1" eaLnBrk="1" fontAlgn="auto" hangingPunct="1">
              <a:spcAft>
                <a:spcPts val="0"/>
              </a:spcAft>
              <a:buFont typeface="Wingdings 2"/>
              <a:buNone/>
              <a:defRPr/>
            </a:pPr>
            <a:r>
              <a:rPr lang="en-US" sz="2400" dirty="0" smtClean="0"/>
              <a:t>		66 code RENAMES card-codes.</a:t>
            </a:r>
            <a:endParaRPr lang="en-US" sz="2400" dirty="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686800" cy="838200"/>
          </a:xfrm>
        </p:spPr>
        <p:txBody>
          <a:bodyPr/>
          <a:lstStyle/>
          <a:p>
            <a:pPr eaLnBrk="1" fontAlgn="auto" hangingPunct="1">
              <a:spcAft>
                <a:spcPts val="0"/>
              </a:spcAft>
              <a:defRPr/>
            </a:pPr>
            <a:r>
              <a:rPr lang="en-US" sz="3200" dirty="0" smtClean="0"/>
              <a:t>Level numbers </a:t>
            </a:r>
            <a:r>
              <a:rPr lang="en-US" sz="3200" dirty="0" err="1" smtClean="0"/>
              <a:t>contd</a:t>
            </a:r>
            <a:r>
              <a:rPr lang="en-US" sz="3200" dirty="0" smtClean="0"/>
              <a:t>…</a:t>
            </a:r>
            <a:endParaRPr lang="en-US" sz="3200" dirty="0"/>
          </a:p>
        </p:txBody>
      </p:sp>
      <p:sp>
        <p:nvSpPr>
          <p:cNvPr id="3" name="Content Placeholder 2"/>
          <p:cNvSpPr>
            <a:spLocks noGrp="1"/>
          </p:cNvSpPr>
          <p:nvPr>
            <p:ph idx="1"/>
          </p:nvPr>
        </p:nvSpPr>
        <p:spPr/>
        <p:txBody>
          <a:bodyPr>
            <a:normAutofit fontScale="77500" lnSpcReduction="20000"/>
          </a:bodyPr>
          <a:lstStyle/>
          <a:p>
            <a:pPr fontAlgn="auto">
              <a:spcAft>
                <a:spcPts val="0"/>
              </a:spcAft>
              <a:defRPr/>
            </a:pPr>
            <a:r>
              <a:rPr lang="en-US" sz="2800" dirty="0" smtClean="0"/>
              <a:t>Level 77 specifies an independent data item that is  </a:t>
            </a:r>
          </a:p>
          <a:p>
            <a:pPr fontAlgn="auto">
              <a:spcAft>
                <a:spcPts val="0"/>
              </a:spcAft>
              <a:buNone/>
              <a:defRPr/>
            </a:pPr>
            <a:r>
              <a:rPr lang="en-US" sz="2800" dirty="0" smtClean="0"/>
              <a:t>		not a subdivision of another data item. The data   </a:t>
            </a:r>
          </a:p>
          <a:p>
            <a:pPr fontAlgn="auto">
              <a:spcAft>
                <a:spcPts val="0"/>
              </a:spcAft>
              <a:buNone/>
              <a:defRPr/>
            </a:pPr>
            <a:r>
              <a:rPr lang="en-US" sz="2800" dirty="0" smtClean="0"/>
              <a:t>		item is not itself subdivided.</a:t>
            </a:r>
          </a:p>
          <a:p>
            <a:pPr fontAlgn="auto">
              <a:spcAft>
                <a:spcPts val="0"/>
              </a:spcAft>
              <a:buNone/>
              <a:defRPr/>
            </a:pPr>
            <a:r>
              <a:rPr lang="en-US" sz="2800" dirty="0" smtClean="0"/>
              <a:t>		</a:t>
            </a:r>
            <a:r>
              <a:rPr lang="en-US" sz="2800" dirty="0" err="1" smtClean="0"/>
              <a:t>Eg</a:t>
            </a:r>
            <a:r>
              <a:rPr lang="en-US" sz="2800" dirty="0" smtClean="0"/>
              <a:t> 	01 first-record.</a:t>
            </a:r>
          </a:p>
          <a:p>
            <a:pPr fontAlgn="auto">
              <a:spcAft>
                <a:spcPts val="0"/>
              </a:spcAft>
              <a:buNone/>
              <a:defRPr/>
            </a:pPr>
            <a:r>
              <a:rPr lang="en-US" sz="2800" dirty="0" smtClean="0"/>
              <a:t>			      05 record-code PIC 99.</a:t>
            </a:r>
          </a:p>
          <a:p>
            <a:pPr fontAlgn="auto">
              <a:spcAft>
                <a:spcPts val="0"/>
              </a:spcAft>
              <a:buNone/>
              <a:defRPr/>
            </a:pPr>
            <a:r>
              <a:rPr lang="en-US" sz="2800" dirty="0" smtClean="0"/>
              <a:t>			      05 record-type PIC XX.</a:t>
            </a:r>
          </a:p>
          <a:p>
            <a:pPr lvl="2" fontAlgn="auto">
              <a:spcAft>
                <a:spcPts val="0"/>
              </a:spcAft>
              <a:buNone/>
              <a:defRPr/>
            </a:pPr>
            <a:r>
              <a:rPr lang="en-US" sz="2000" dirty="0" smtClean="0"/>
              <a:t>	77 temp-1 PIC X(4).</a:t>
            </a:r>
          </a:p>
          <a:p>
            <a:pPr lvl="2" fontAlgn="auto">
              <a:spcAft>
                <a:spcPts val="0"/>
              </a:spcAft>
              <a:buNone/>
              <a:defRPr/>
            </a:pPr>
            <a:r>
              <a:rPr lang="en-US" sz="2000" dirty="0" smtClean="0"/>
              <a:t>	77 temp-2 PIC X(3).</a:t>
            </a:r>
          </a:p>
          <a:p>
            <a:pPr fontAlgn="auto">
              <a:spcAft>
                <a:spcPts val="0"/>
              </a:spcAft>
              <a:defRPr/>
            </a:pPr>
            <a:r>
              <a:rPr lang="en-US" sz="2800" dirty="0" smtClean="0"/>
              <a:t>Level 88 defines a condition name, including a value or range of values that define the condition to be tested.</a:t>
            </a:r>
          </a:p>
          <a:p>
            <a:pPr fontAlgn="auto">
              <a:spcAft>
                <a:spcPts val="0"/>
              </a:spcAft>
              <a:buNone/>
              <a:defRPr/>
            </a:pPr>
            <a:r>
              <a:rPr lang="en-US" sz="2800" dirty="0" smtClean="0"/>
              <a:t>		</a:t>
            </a:r>
            <a:r>
              <a:rPr lang="en-US" sz="2800" dirty="0" err="1" smtClean="0"/>
              <a:t>Eg</a:t>
            </a:r>
            <a:r>
              <a:rPr lang="en-US" sz="2800" dirty="0" smtClean="0"/>
              <a:t>	</a:t>
            </a:r>
            <a:r>
              <a:rPr lang="en-US" sz="2400" dirty="0" smtClean="0"/>
              <a:t>05 tax-code PIC 99.</a:t>
            </a:r>
          </a:p>
          <a:p>
            <a:pPr lvl="1" fontAlgn="auto">
              <a:spcAft>
                <a:spcPts val="0"/>
              </a:spcAft>
              <a:buNone/>
              <a:defRPr/>
            </a:pPr>
            <a:r>
              <a:rPr lang="en-US" sz="2400" dirty="0" smtClean="0"/>
              <a:t>	             88 tax-range VALUES ARE 01 THRU 20.</a:t>
            </a:r>
          </a:p>
          <a:p>
            <a:pPr eaLnBrk="1" fontAlgn="auto" hangingPunct="1">
              <a:spcAft>
                <a:spcPts val="0"/>
              </a:spcAft>
              <a:buFont typeface="Wingdings 2"/>
              <a:buChar char=""/>
              <a:defRPr/>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0" y="0"/>
            <a:ext cx="3886200" cy="533400"/>
          </a:xfrm>
        </p:spPr>
        <p:txBody>
          <a:bodyPr>
            <a:normAutofit fontScale="90000"/>
          </a:bodyPr>
          <a:lstStyle/>
          <a:p>
            <a:pPr eaLnBrk="1" fontAlgn="auto" hangingPunct="1">
              <a:spcAft>
                <a:spcPts val="0"/>
              </a:spcAft>
              <a:defRPr/>
            </a:pPr>
            <a:r>
              <a:rPr lang="en-US" sz="4000" b="1" dirty="0"/>
              <a:t>Base Screen</a:t>
            </a:r>
          </a:p>
        </p:txBody>
      </p:sp>
      <p:sp>
        <p:nvSpPr>
          <p:cNvPr id="55299" name="Rectangle 3"/>
          <p:cNvSpPr>
            <a:spLocks noGrp="1" noChangeArrowheads="1"/>
          </p:cNvSpPr>
          <p:nvPr>
            <p:ph idx="1"/>
          </p:nvPr>
        </p:nvSpPr>
        <p:spPr>
          <a:xfrm>
            <a:off x="533400" y="990600"/>
            <a:ext cx="7772400" cy="5410200"/>
          </a:xfrm>
        </p:spPr>
        <p:txBody>
          <a:bodyPr>
            <a:normAutofit fontScale="92500"/>
          </a:bodyPr>
          <a:lstStyle/>
          <a:p>
            <a:pPr eaLnBrk="1" fontAlgn="auto" hangingPunct="1">
              <a:lnSpc>
                <a:spcPct val="80000"/>
              </a:lnSpc>
              <a:spcAft>
                <a:spcPts val="0"/>
              </a:spcAft>
              <a:buFont typeface="Wingdings 2"/>
              <a:buChar char=""/>
              <a:defRPr/>
            </a:pPr>
            <a:endParaRPr lang="en-US" sz="2800" dirty="0" smtClean="0"/>
          </a:p>
          <a:p>
            <a:pPr eaLnBrk="1" fontAlgn="auto" hangingPunct="1">
              <a:lnSpc>
                <a:spcPct val="80000"/>
              </a:lnSpc>
              <a:spcAft>
                <a:spcPts val="0"/>
              </a:spcAft>
              <a:buFont typeface="Wingdings 2"/>
              <a:buNone/>
              <a:defRPr/>
            </a:pPr>
            <a:r>
              <a:rPr lang="en-US" sz="2800" dirty="0" smtClean="0"/>
              <a:t>	A </a:t>
            </a:r>
            <a:r>
              <a:rPr lang="en-US" sz="2800" dirty="0"/>
              <a:t>base screen is a screen that is initially displayed on the terminal and is used to establish the current screen for each program unit. In contrast to an overlay screen that is displayed in the overlay area of a base screen, the base screen can be </a:t>
            </a:r>
            <a:r>
              <a:rPr lang="en-US" sz="2800" dirty="0" smtClean="0"/>
              <a:t>displayed independently</a:t>
            </a:r>
            <a:r>
              <a:rPr lang="en-US" sz="2800" dirty="0"/>
              <a:t>.</a:t>
            </a:r>
          </a:p>
          <a:p>
            <a:pPr eaLnBrk="1" fontAlgn="auto" hangingPunct="1">
              <a:lnSpc>
                <a:spcPct val="80000"/>
              </a:lnSpc>
              <a:spcAft>
                <a:spcPts val="0"/>
              </a:spcAft>
              <a:buFont typeface="Wingdings" pitchFamily="2" charset="2"/>
              <a:buNone/>
              <a:defRPr/>
            </a:pPr>
            <a:endParaRPr lang="en-US" sz="2800" dirty="0"/>
          </a:p>
          <a:p>
            <a:pPr eaLnBrk="1" fontAlgn="auto" hangingPunct="1">
              <a:lnSpc>
                <a:spcPct val="80000"/>
              </a:lnSpc>
              <a:spcAft>
                <a:spcPts val="0"/>
              </a:spcAft>
              <a:buFont typeface="Wingdings" pitchFamily="2" charset="2"/>
              <a:buNone/>
              <a:defRPr/>
            </a:pPr>
            <a:r>
              <a:rPr lang="en-US" sz="2800" b="1" dirty="0">
                <a:solidFill>
                  <a:schemeClr val="folHlink"/>
                </a:solidFill>
              </a:rPr>
              <a:t>Syntax:</a:t>
            </a:r>
          </a:p>
          <a:p>
            <a:pPr eaLnBrk="1" fontAlgn="auto" hangingPunct="1">
              <a:lnSpc>
                <a:spcPct val="80000"/>
              </a:lnSpc>
              <a:spcAft>
                <a:spcPts val="0"/>
              </a:spcAft>
              <a:buFont typeface="Wingdings 2"/>
              <a:buNone/>
              <a:defRPr/>
            </a:pPr>
            <a:r>
              <a:rPr lang="en-US" sz="2800" dirty="0" smtClean="0"/>
              <a:t>	01 </a:t>
            </a:r>
            <a:r>
              <a:rPr lang="en-US" sz="2800" dirty="0"/>
              <a:t>screen-name [ BASE ] [ SIZE lines , cols ]</a:t>
            </a:r>
          </a:p>
          <a:p>
            <a:pPr eaLnBrk="1" fontAlgn="auto" hangingPunct="1">
              <a:lnSpc>
                <a:spcPct val="80000"/>
              </a:lnSpc>
              <a:spcAft>
                <a:spcPts val="0"/>
              </a:spcAft>
              <a:buFont typeface="Wingdings" pitchFamily="2" charset="2"/>
              <a:buNone/>
              <a:defRPr/>
            </a:pPr>
            <a:r>
              <a:rPr lang="en-US" sz="2800" dirty="0"/>
              <a:t>                              [ field-characteristic-clause ] ...</a:t>
            </a:r>
          </a:p>
          <a:p>
            <a:pPr eaLnBrk="1" fontAlgn="auto" hangingPunct="1">
              <a:lnSpc>
                <a:spcPct val="80000"/>
              </a:lnSpc>
              <a:spcAft>
                <a:spcPts val="0"/>
              </a:spcAft>
              <a:buFont typeface="Wingdings" pitchFamily="2" charset="2"/>
              <a:buNone/>
              <a:defRPr/>
            </a:pPr>
            <a:endParaRPr lang="en-US" sz="2800" dirty="0"/>
          </a:p>
          <a:p>
            <a:pPr eaLnBrk="1" fontAlgn="auto" hangingPunct="1">
              <a:lnSpc>
                <a:spcPct val="80000"/>
              </a:lnSpc>
              <a:spcAft>
                <a:spcPts val="0"/>
              </a:spcAft>
              <a:buFont typeface="Wingdings" pitchFamily="2" charset="2"/>
              <a:buNone/>
              <a:defRPr/>
            </a:pPr>
            <a:r>
              <a:rPr lang="en-US" sz="2800" b="1" dirty="0">
                <a:solidFill>
                  <a:schemeClr val="folHlink"/>
                </a:solidFill>
              </a:rPr>
              <a:t>Example:</a:t>
            </a:r>
          </a:p>
          <a:p>
            <a:pPr eaLnBrk="1" fontAlgn="auto" hangingPunct="1">
              <a:lnSpc>
                <a:spcPct val="80000"/>
              </a:lnSpc>
              <a:spcAft>
                <a:spcPts val="0"/>
              </a:spcAft>
              <a:buFont typeface="Wingdings" pitchFamily="2" charset="2"/>
              <a:buNone/>
              <a:defRPr/>
            </a:pPr>
            <a:r>
              <a:rPr lang="en-US" sz="2800" dirty="0"/>
              <a:t>     01 EMPSCREEN BASE SIZE 24, 80.</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0"/>
            <a:ext cx="5029200" cy="609600"/>
          </a:xfrm>
        </p:spPr>
        <p:txBody>
          <a:bodyPr>
            <a:normAutofit fontScale="90000"/>
          </a:bodyPr>
          <a:lstStyle/>
          <a:p>
            <a:pPr eaLnBrk="1" fontAlgn="auto" hangingPunct="1">
              <a:spcAft>
                <a:spcPts val="0"/>
              </a:spcAft>
              <a:defRPr/>
            </a:pPr>
            <a:r>
              <a:rPr lang="en-US" sz="4000" b="1" dirty="0"/>
              <a:t>Overlay Screen</a:t>
            </a:r>
          </a:p>
        </p:txBody>
      </p:sp>
      <p:sp>
        <p:nvSpPr>
          <p:cNvPr id="56323" name="Rectangle 3"/>
          <p:cNvSpPr>
            <a:spLocks noGrp="1" noChangeArrowheads="1"/>
          </p:cNvSpPr>
          <p:nvPr>
            <p:ph idx="1"/>
          </p:nvPr>
        </p:nvSpPr>
        <p:spPr>
          <a:xfrm>
            <a:off x="685800" y="1371600"/>
            <a:ext cx="7772400" cy="4114800"/>
          </a:xfrm>
        </p:spPr>
        <p:txBody>
          <a:bodyPr>
            <a:normAutofit fontScale="77500" lnSpcReduction="20000"/>
          </a:bodyPr>
          <a:lstStyle/>
          <a:p>
            <a:pPr eaLnBrk="1" fontAlgn="auto" hangingPunct="1">
              <a:spcAft>
                <a:spcPts val="0"/>
              </a:spcAft>
              <a:buFont typeface="Wingdings 2"/>
              <a:buNone/>
              <a:defRPr/>
            </a:pPr>
            <a:r>
              <a:rPr lang="en-US" sz="2800" dirty="0" smtClean="0"/>
              <a:t>	An </a:t>
            </a:r>
            <a:r>
              <a:rPr lang="en-US" sz="2800" dirty="0"/>
              <a:t>overlay screen is a screen that is displayed in an overlay area of a base screen.</a:t>
            </a:r>
          </a:p>
          <a:p>
            <a:pPr eaLnBrk="1" fontAlgn="auto" hangingPunct="1">
              <a:spcAft>
                <a:spcPts val="0"/>
              </a:spcAft>
              <a:buFont typeface="Wingdings" pitchFamily="2" charset="2"/>
              <a:buNone/>
              <a:defRPr/>
            </a:pPr>
            <a:endParaRPr lang="en-US" sz="2800" dirty="0"/>
          </a:p>
          <a:p>
            <a:pPr eaLnBrk="1" fontAlgn="auto" hangingPunct="1">
              <a:spcAft>
                <a:spcPts val="0"/>
              </a:spcAft>
              <a:buFont typeface="Wingdings" pitchFamily="2" charset="2"/>
              <a:buNone/>
              <a:defRPr/>
            </a:pPr>
            <a:r>
              <a:rPr lang="en-US" sz="2800" b="1" dirty="0">
                <a:solidFill>
                  <a:schemeClr val="folHlink"/>
                </a:solidFill>
              </a:rPr>
              <a:t>Syntax:</a:t>
            </a:r>
          </a:p>
          <a:p>
            <a:pPr eaLnBrk="1" fontAlgn="auto" hangingPunct="1">
              <a:spcAft>
                <a:spcPts val="0"/>
              </a:spcAft>
              <a:buFont typeface="Wingdings 2"/>
              <a:buNone/>
              <a:defRPr/>
            </a:pPr>
            <a:r>
              <a:rPr lang="en-US" sz="2800" dirty="0" smtClean="0"/>
              <a:t>	01 </a:t>
            </a:r>
            <a:r>
              <a:rPr lang="en-US" sz="2800" dirty="0"/>
              <a:t>screen-name OVERLAY SIZE lines, cols</a:t>
            </a:r>
          </a:p>
          <a:p>
            <a:pPr eaLnBrk="1" fontAlgn="auto" hangingPunct="1">
              <a:spcAft>
                <a:spcPts val="0"/>
              </a:spcAft>
              <a:buFont typeface="Wingdings" pitchFamily="2" charset="2"/>
              <a:buNone/>
              <a:defRPr/>
            </a:pPr>
            <a:r>
              <a:rPr lang="en-US" sz="2800" dirty="0"/>
              <a:t>         [ field-characteristic-clause ] ...</a:t>
            </a:r>
          </a:p>
          <a:p>
            <a:pPr eaLnBrk="1" fontAlgn="auto" hangingPunct="1">
              <a:spcAft>
                <a:spcPts val="0"/>
              </a:spcAft>
              <a:buFont typeface="Wingdings" pitchFamily="2" charset="2"/>
              <a:buNone/>
              <a:defRPr/>
            </a:pPr>
            <a:endParaRPr lang="en-US" sz="2800" dirty="0"/>
          </a:p>
          <a:p>
            <a:pPr eaLnBrk="1" fontAlgn="auto" hangingPunct="1">
              <a:spcAft>
                <a:spcPts val="0"/>
              </a:spcAft>
              <a:buFont typeface="Wingdings" pitchFamily="2" charset="2"/>
              <a:buNone/>
              <a:defRPr/>
            </a:pPr>
            <a:r>
              <a:rPr lang="en-US" sz="2800" b="1" dirty="0">
                <a:solidFill>
                  <a:schemeClr val="folHlink"/>
                </a:solidFill>
              </a:rPr>
              <a:t>Example : </a:t>
            </a:r>
          </a:p>
          <a:p>
            <a:pPr eaLnBrk="1" fontAlgn="auto" hangingPunct="1">
              <a:spcAft>
                <a:spcPts val="0"/>
              </a:spcAft>
              <a:buFont typeface="Wingdings" pitchFamily="2" charset="2"/>
              <a:buNone/>
              <a:defRPr/>
            </a:pPr>
            <a:r>
              <a:rPr lang="en-US" sz="2800" dirty="0"/>
              <a:t>     01 OVLSCREEN OVERLAY SIZE 24, 80.</a:t>
            </a:r>
          </a:p>
          <a:p>
            <a:pPr eaLnBrk="1" fontAlgn="auto" hangingPunct="1">
              <a:spcAft>
                <a:spcPts val="0"/>
              </a:spcAft>
              <a:buFont typeface="Wingdings" pitchFamily="2" charset="2"/>
              <a:buNone/>
              <a:defRPr/>
            </a:pPr>
            <a:endParaRPr lang="en-US" sz="2800" dirty="0"/>
          </a:p>
          <a:p>
            <a:pPr eaLnBrk="1" fontAlgn="auto" hangingPunct="1">
              <a:spcAft>
                <a:spcPts val="0"/>
              </a:spcAft>
              <a:buFont typeface="Wingdings" pitchFamily="2" charset="2"/>
              <a:buNone/>
              <a:defRPr/>
            </a:pPr>
            <a:r>
              <a:rPr lang="en-US" sz="2800" dirty="0"/>
              <a:t>  </a:t>
            </a:r>
          </a:p>
          <a:p>
            <a:pPr eaLnBrk="1" fontAlgn="auto" hangingPunct="1">
              <a:lnSpc>
                <a:spcPct val="80000"/>
              </a:lnSpc>
              <a:spcAft>
                <a:spcPts val="0"/>
              </a:spcAft>
              <a:buFont typeface="Wingdings" pitchFamily="2" charset="2"/>
              <a:buNone/>
              <a:defRPr/>
            </a:pPr>
            <a:r>
              <a:rPr lang="en-US" sz="2800" dirty="0"/>
              <a:t>      </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457200" y="533400"/>
            <a:ext cx="5867400" cy="685800"/>
          </a:xfrm>
        </p:spPr>
        <p:txBody>
          <a:bodyPr>
            <a:normAutofit fontScale="90000"/>
          </a:bodyPr>
          <a:lstStyle/>
          <a:p>
            <a:pPr eaLnBrk="1" fontAlgn="auto" hangingPunct="1">
              <a:spcAft>
                <a:spcPts val="0"/>
              </a:spcAft>
              <a:defRPr/>
            </a:pPr>
            <a:r>
              <a:rPr lang="en-US" sz="4000" b="1" dirty="0"/>
              <a:t>ADVISORY Clause</a:t>
            </a:r>
          </a:p>
        </p:txBody>
      </p:sp>
      <p:sp>
        <p:nvSpPr>
          <p:cNvPr id="57347" name="Rectangle 3"/>
          <p:cNvSpPr>
            <a:spLocks noGrp="1" noChangeArrowheads="1"/>
          </p:cNvSpPr>
          <p:nvPr>
            <p:ph idx="1"/>
          </p:nvPr>
        </p:nvSpPr>
        <p:spPr>
          <a:xfrm>
            <a:off x="457200" y="1524000"/>
            <a:ext cx="7772400" cy="4114800"/>
          </a:xfrm>
        </p:spPr>
        <p:txBody>
          <a:bodyPr>
            <a:normAutofit fontScale="85000" lnSpcReduction="20000"/>
          </a:bodyPr>
          <a:lstStyle/>
          <a:p>
            <a:pPr fontAlgn="auto">
              <a:lnSpc>
                <a:spcPct val="90000"/>
              </a:lnSpc>
              <a:spcAft>
                <a:spcPts val="0"/>
              </a:spcAft>
              <a:defRPr/>
            </a:pPr>
            <a:r>
              <a:rPr lang="en-US" sz="2800" dirty="0" smtClean="0"/>
              <a:t>The ADVISORY clause identifies a single output or input-output field as the field to be used for informational and error messages generated by the TCP.</a:t>
            </a:r>
          </a:p>
          <a:p>
            <a:pPr fontAlgn="auto">
              <a:lnSpc>
                <a:spcPct val="90000"/>
              </a:lnSpc>
              <a:spcAft>
                <a:spcPts val="0"/>
              </a:spcAft>
              <a:buNone/>
              <a:defRPr/>
            </a:pPr>
            <a:r>
              <a:rPr lang="en-US" sz="2800" dirty="0"/>
              <a:t>		ADVISORY</a:t>
            </a:r>
          </a:p>
          <a:p>
            <a:pPr fontAlgn="auto">
              <a:lnSpc>
                <a:spcPct val="90000"/>
              </a:lnSpc>
              <a:spcAft>
                <a:spcPts val="0"/>
              </a:spcAft>
              <a:defRPr/>
            </a:pPr>
            <a:endParaRPr lang="en-US" sz="2800" dirty="0" smtClean="0"/>
          </a:p>
          <a:p>
            <a:pPr fontAlgn="auto">
              <a:lnSpc>
                <a:spcPct val="90000"/>
              </a:lnSpc>
              <a:spcAft>
                <a:spcPts val="0"/>
              </a:spcAft>
              <a:defRPr/>
            </a:pPr>
            <a:r>
              <a:rPr lang="en-US" sz="2800" dirty="0" smtClean="0"/>
              <a:t>Every </a:t>
            </a:r>
            <a:r>
              <a:rPr lang="en-US" sz="2800" dirty="0"/>
              <a:t>base screen should have an advisory field. The field should be alphanumeric with a size of </a:t>
            </a:r>
          </a:p>
          <a:p>
            <a:pPr fontAlgn="auto">
              <a:lnSpc>
                <a:spcPct val="90000"/>
              </a:lnSpc>
              <a:spcAft>
                <a:spcPts val="0"/>
              </a:spcAft>
              <a:buNone/>
              <a:defRPr/>
            </a:pPr>
            <a:r>
              <a:rPr lang="en-US" sz="2800" dirty="0"/>
              <a:t>    at least 35 characters.</a:t>
            </a:r>
          </a:p>
          <a:p>
            <a:pPr fontAlgn="auto">
              <a:lnSpc>
                <a:spcPct val="90000"/>
              </a:lnSpc>
              <a:spcAft>
                <a:spcPts val="0"/>
              </a:spcAft>
              <a:defRPr/>
            </a:pPr>
            <a:endParaRPr lang="en-US" sz="2800" dirty="0"/>
          </a:p>
          <a:p>
            <a:pPr fontAlgn="auto">
              <a:lnSpc>
                <a:spcPct val="90000"/>
              </a:lnSpc>
              <a:spcAft>
                <a:spcPts val="0"/>
              </a:spcAft>
              <a:defRPr/>
            </a:pPr>
            <a:r>
              <a:rPr lang="en-US" sz="2800" b="1" dirty="0">
                <a:solidFill>
                  <a:schemeClr val="folHlink"/>
                </a:solidFill>
              </a:rPr>
              <a:t>Example :</a:t>
            </a:r>
          </a:p>
          <a:p>
            <a:pPr fontAlgn="auto">
              <a:lnSpc>
                <a:spcPct val="90000"/>
              </a:lnSpc>
              <a:spcAft>
                <a:spcPts val="0"/>
              </a:spcAft>
              <a:buNone/>
              <a:defRPr/>
            </a:pPr>
            <a:r>
              <a:rPr lang="en-US" sz="2800" dirty="0"/>
              <a:t>    05 EMPADV AT 24, 1 PIC X(77) ADVISORY</a:t>
            </a:r>
          </a:p>
          <a:p>
            <a:pPr fontAlgn="auto">
              <a:lnSpc>
                <a:spcPct val="90000"/>
              </a:lnSpc>
              <a:spcAft>
                <a:spcPts val="0"/>
              </a:spcAft>
              <a:buNone/>
              <a:defRPr/>
            </a:pPr>
            <a:r>
              <a:rPr lang="en-US" sz="2800" dirty="0"/>
              <a:t>         FROM EMPAD OF WS.</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0" y="0"/>
            <a:ext cx="5334000" cy="914400"/>
          </a:xfrm>
        </p:spPr>
        <p:txBody>
          <a:bodyPr>
            <a:noAutofit/>
          </a:bodyPr>
          <a:lstStyle/>
          <a:p>
            <a:pPr eaLnBrk="1" fontAlgn="auto" hangingPunct="1">
              <a:spcAft>
                <a:spcPts val="0"/>
              </a:spcAft>
              <a:defRPr/>
            </a:pPr>
            <a:r>
              <a:rPr lang="en-US" b="1" dirty="0"/>
              <a:t>REDEFINES Clause</a:t>
            </a:r>
          </a:p>
        </p:txBody>
      </p:sp>
      <p:sp>
        <p:nvSpPr>
          <p:cNvPr id="50179" name="Rectangle 3"/>
          <p:cNvSpPr>
            <a:spLocks noGrp="1" noChangeArrowheads="1"/>
          </p:cNvSpPr>
          <p:nvPr>
            <p:ph idx="1"/>
          </p:nvPr>
        </p:nvSpPr>
        <p:spPr>
          <a:xfrm>
            <a:off x="228600" y="838200"/>
            <a:ext cx="8458200" cy="5410200"/>
          </a:xfrm>
        </p:spPr>
        <p:txBody>
          <a:bodyPr>
            <a:normAutofit/>
          </a:bodyPr>
          <a:lstStyle/>
          <a:p>
            <a:pPr eaLnBrk="1" fontAlgn="auto" hangingPunct="1">
              <a:lnSpc>
                <a:spcPct val="80000"/>
              </a:lnSpc>
              <a:spcAft>
                <a:spcPts val="0"/>
              </a:spcAft>
              <a:buFont typeface="Wingdings 2" pitchFamily="18" charset="2"/>
              <a:buNone/>
              <a:defRPr/>
            </a:pPr>
            <a:r>
              <a:rPr lang="en-US" sz="2000" dirty="0" smtClean="0"/>
              <a:t>The </a:t>
            </a:r>
            <a:r>
              <a:rPr lang="en-US" sz="2000" dirty="0"/>
              <a:t>REDEFINES clause allows a computer storage area to be described </a:t>
            </a:r>
            <a:r>
              <a:rPr lang="en-US" sz="2000" dirty="0" smtClean="0"/>
              <a:t>in more </a:t>
            </a:r>
            <a:r>
              <a:rPr lang="en-US" sz="2000" dirty="0"/>
              <a:t>than one way. This capability is valuable for such tasks as input data validation when tests require different descriptions of the data. </a:t>
            </a:r>
          </a:p>
          <a:p>
            <a:pPr eaLnBrk="1" fontAlgn="auto" hangingPunct="1">
              <a:lnSpc>
                <a:spcPct val="80000"/>
              </a:lnSpc>
              <a:spcAft>
                <a:spcPts val="0"/>
              </a:spcAft>
              <a:buFont typeface="Wingdings" pitchFamily="2" charset="2"/>
              <a:buNone/>
              <a:defRPr/>
            </a:pPr>
            <a:endParaRPr lang="en-US" sz="2000" dirty="0" smtClean="0">
              <a:solidFill>
                <a:schemeClr val="folHlink"/>
              </a:solidFill>
            </a:endParaRPr>
          </a:p>
          <a:p>
            <a:pPr eaLnBrk="1" fontAlgn="auto" hangingPunct="1">
              <a:lnSpc>
                <a:spcPct val="80000"/>
              </a:lnSpc>
              <a:spcAft>
                <a:spcPts val="0"/>
              </a:spcAft>
              <a:buFont typeface="Wingdings" pitchFamily="2" charset="2"/>
              <a:buNone/>
              <a:defRPr/>
            </a:pPr>
            <a:r>
              <a:rPr lang="en-US" sz="2000" dirty="0" smtClean="0">
                <a:solidFill>
                  <a:schemeClr val="folHlink"/>
                </a:solidFill>
              </a:rPr>
              <a:t>The </a:t>
            </a:r>
            <a:r>
              <a:rPr lang="en-US" sz="2000" dirty="0">
                <a:solidFill>
                  <a:schemeClr val="folHlink"/>
                </a:solidFill>
              </a:rPr>
              <a:t>following rules apply to the REDEFINES clause:</a:t>
            </a:r>
          </a:p>
          <a:p>
            <a:pPr eaLnBrk="1" fontAlgn="auto" hangingPunct="1">
              <a:lnSpc>
                <a:spcPct val="80000"/>
              </a:lnSpc>
              <a:spcAft>
                <a:spcPts val="0"/>
              </a:spcAft>
              <a:buFont typeface="Wingdings" pitchFamily="2" charset="2"/>
              <a:buNone/>
              <a:defRPr/>
            </a:pPr>
            <a:r>
              <a:rPr lang="en-US" sz="2000" dirty="0"/>
              <a:t>	. </a:t>
            </a:r>
            <a:r>
              <a:rPr lang="en-US" sz="2000" dirty="0" smtClean="0"/>
              <a:t>Level </a:t>
            </a:r>
            <a:r>
              <a:rPr lang="en-US" sz="2000" dirty="0"/>
              <a:t>66 and level 88 data items cannot be redefined.</a:t>
            </a:r>
          </a:p>
          <a:p>
            <a:pPr eaLnBrk="1" fontAlgn="auto" hangingPunct="1">
              <a:lnSpc>
                <a:spcPct val="80000"/>
              </a:lnSpc>
              <a:spcAft>
                <a:spcPts val="0"/>
              </a:spcAft>
              <a:buFont typeface="Wingdings" pitchFamily="2" charset="2"/>
              <a:buNone/>
              <a:defRPr/>
            </a:pPr>
            <a:r>
              <a:rPr lang="en-US" sz="2000" dirty="0"/>
              <a:t>	· The redefined data item cannot have an OCCURS clause</a:t>
            </a:r>
          </a:p>
          <a:p>
            <a:pPr eaLnBrk="1" fontAlgn="auto" hangingPunct="1">
              <a:lnSpc>
                <a:spcPct val="80000"/>
              </a:lnSpc>
              <a:spcAft>
                <a:spcPts val="0"/>
              </a:spcAft>
              <a:buFont typeface="Wingdings" pitchFamily="2" charset="2"/>
              <a:buNone/>
              <a:defRPr/>
            </a:pPr>
            <a:r>
              <a:rPr lang="en-US" sz="2000" dirty="0"/>
              <a:t>	   or a REDEFINES clause.</a:t>
            </a:r>
          </a:p>
          <a:p>
            <a:pPr eaLnBrk="1" fontAlgn="auto" hangingPunct="1">
              <a:lnSpc>
                <a:spcPct val="80000"/>
              </a:lnSpc>
              <a:spcAft>
                <a:spcPts val="0"/>
              </a:spcAft>
              <a:buFont typeface="Wingdings" pitchFamily="2" charset="2"/>
              <a:buNone/>
              <a:defRPr/>
            </a:pPr>
            <a:r>
              <a:rPr lang="en-US" sz="2000" dirty="0"/>
              <a:t>	· The data name of the redefined item cannot be</a:t>
            </a:r>
          </a:p>
          <a:p>
            <a:pPr eaLnBrk="1" fontAlgn="auto" hangingPunct="1">
              <a:lnSpc>
                <a:spcPct val="80000"/>
              </a:lnSpc>
              <a:spcAft>
                <a:spcPts val="0"/>
              </a:spcAft>
              <a:buFont typeface="Wingdings" pitchFamily="2" charset="2"/>
              <a:buNone/>
              <a:defRPr/>
            </a:pPr>
            <a:r>
              <a:rPr lang="en-US" sz="2000" dirty="0"/>
              <a:t>	  subscripted or qualified.</a:t>
            </a:r>
          </a:p>
          <a:p>
            <a:pPr eaLnBrk="1" fontAlgn="auto" hangingPunct="1">
              <a:lnSpc>
                <a:spcPct val="80000"/>
              </a:lnSpc>
              <a:spcAft>
                <a:spcPts val="0"/>
              </a:spcAft>
              <a:buFont typeface="Wingdings" pitchFamily="2" charset="2"/>
              <a:buNone/>
              <a:defRPr/>
            </a:pPr>
            <a:r>
              <a:rPr lang="en-US" sz="2000" b="1" dirty="0">
                <a:solidFill>
                  <a:schemeClr val="folHlink"/>
                </a:solidFill>
              </a:rPr>
              <a:t>Example:</a:t>
            </a:r>
          </a:p>
          <a:p>
            <a:pPr eaLnBrk="1" fontAlgn="auto" hangingPunct="1">
              <a:spcAft>
                <a:spcPts val="0"/>
              </a:spcAft>
              <a:buFont typeface="Wingdings" pitchFamily="2" charset="2"/>
              <a:buNone/>
              <a:defRPr/>
            </a:pPr>
            <a:r>
              <a:rPr lang="en-US" sz="2000" dirty="0"/>
              <a:t>WORKING-STORAGE SECTION.</a:t>
            </a:r>
          </a:p>
          <a:p>
            <a:pPr eaLnBrk="1" fontAlgn="auto" hangingPunct="1">
              <a:spcAft>
                <a:spcPts val="0"/>
              </a:spcAft>
              <a:buFont typeface="Wingdings" pitchFamily="2" charset="2"/>
              <a:buNone/>
              <a:defRPr/>
            </a:pPr>
            <a:r>
              <a:rPr lang="en-US" sz="2000" dirty="0"/>
              <a:t> 01 WS-KANJI-ONLY-FIELD PIC N(10)</a:t>
            </a:r>
          </a:p>
          <a:p>
            <a:pPr eaLnBrk="1" fontAlgn="auto" hangingPunct="1">
              <a:spcAft>
                <a:spcPts val="0"/>
              </a:spcAft>
              <a:buFont typeface="Wingdings" pitchFamily="2" charset="2"/>
              <a:buNone/>
              <a:defRPr/>
            </a:pPr>
            <a:r>
              <a:rPr lang="en-US" sz="2000" dirty="0"/>
              <a:t> 01 WS-KANJI-TO-PIC-X-REDEF REDEFINES WS-KANJI-ONLY</a:t>
            </a:r>
          </a:p>
          <a:p>
            <a:pPr eaLnBrk="1" fontAlgn="auto" hangingPunct="1">
              <a:spcAft>
                <a:spcPts val="0"/>
              </a:spcAft>
              <a:buFont typeface="Wingdings" pitchFamily="2" charset="2"/>
              <a:buNone/>
              <a:defRPr/>
            </a:pPr>
            <a:r>
              <a:rPr lang="en-US" sz="2000" dirty="0"/>
              <a:t>      FIELD PIC X(20)</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idx="1"/>
          </p:nvPr>
        </p:nvSpPr>
        <p:spPr>
          <a:xfrm>
            <a:off x="457200" y="1219200"/>
            <a:ext cx="7772400" cy="5181600"/>
          </a:xfrm>
        </p:spPr>
        <p:txBody>
          <a:bodyPr>
            <a:normAutofit lnSpcReduction="10000"/>
          </a:bodyPr>
          <a:lstStyle/>
          <a:p>
            <a:pPr eaLnBrk="1" fontAlgn="auto" hangingPunct="1">
              <a:lnSpc>
                <a:spcPct val="80000"/>
              </a:lnSpc>
              <a:spcAft>
                <a:spcPts val="0"/>
              </a:spcAft>
              <a:buFont typeface="Wingdings 2" pitchFamily="18" charset="2"/>
              <a:buNone/>
              <a:defRPr/>
            </a:pPr>
            <a:r>
              <a:rPr lang="en-US" sz="2800" dirty="0" smtClean="0"/>
              <a:t>	The </a:t>
            </a:r>
            <a:r>
              <a:rPr lang="en-US" sz="2800" dirty="0"/>
              <a:t>RENAMES clause assigns a new data name to one or more contiguous elementary items within a data description. RENAMES does not cause any allocation of storage.</a:t>
            </a:r>
          </a:p>
          <a:p>
            <a:pPr eaLnBrk="1" fontAlgn="auto" hangingPunct="1">
              <a:lnSpc>
                <a:spcPct val="80000"/>
              </a:lnSpc>
              <a:spcAft>
                <a:spcPts val="0"/>
              </a:spcAft>
              <a:buFont typeface="Wingdings" pitchFamily="2" charset="2"/>
              <a:buNone/>
              <a:defRPr/>
            </a:pPr>
            <a:r>
              <a:rPr lang="en-US" sz="2800" dirty="0"/>
              <a:t>	The clause can only be used with a level 66 entry.</a:t>
            </a:r>
          </a:p>
          <a:p>
            <a:pPr eaLnBrk="1" fontAlgn="auto" hangingPunct="1">
              <a:lnSpc>
                <a:spcPct val="80000"/>
              </a:lnSpc>
              <a:spcAft>
                <a:spcPts val="0"/>
              </a:spcAft>
              <a:buFont typeface="Wingdings" pitchFamily="2" charset="2"/>
              <a:buNone/>
              <a:defRPr/>
            </a:pPr>
            <a:r>
              <a:rPr lang="en-US" sz="2800" b="1" dirty="0">
                <a:solidFill>
                  <a:schemeClr val="folHlink"/>
                </a:solidFill>
              </a:rPr>
              <a:t>Syntax:</a:t>
            </a:r>
            <a:r>
              <a:rPr lang="en-US" sz="2800" dirty="0">
                <a:solidFill>
                  <a:schemeClr val="bg1"/>
                </a:solidFill>
              </a:rPr>
              <a:t>	</a:t>
            </a:r>
          </a:p>
          <a:p>
            <a:pPr eaLnBrk="1" fontAlgn="auto" hangingPunct="1">
              <a:lnSpc>
                <a:spcPct val="80000"/>
              </a:lnSpc>
              <a:spcAft>
                <a:spcPts val="0"/>
              </a:spcAft>
              <a:buFont typeface="Wingdings" pitchFamily="2" charset="2"/>
              <a:buNone/>
              <a:defRPr/>
            </a:pPr>
            <a:r>
              <a:rPr lang="en-US" sz="2800" dirty="0"/>
              <a:t>66 new-name RENAMES old-name </a:t>
            </a:r>
          </a:p>
          <a:p>
            <a:pPr eaLnBrk="1" fontAlgn="auto" hangingPunct="1">
              <a:lnSpc>
                <a:spcPct val="80000"/>
              </a:lnSpc>
              <a:spcAft>
                <a:spcPts val="0"/>
              </a:spcAft>
              <a:buFont typeface="Wingdings" pitchFamily="2" charset="2"/>
              <a:buNone/>
              <a:defRPr/>
            </a:pPr>
            <a:r>
              <a:rPr lang="en-US" sz="2800" dirty="0"/>
              <a:t>    [ { THROUGH } end-name ] .</a:t>
            </a:r>
          </a:p>
          <a:p>
            <a:pPr eaLnBrk="1" fontAlgn="auto" hangingPunct="1">
              <a:lnSpc>
                <a:spcPct val="80000"/>
              </a:lnSpc>
              <a:spcAft>
                <a:spcPts val="0"/>
              </a:spcAft>
              <a:buFont typeface="Wingdings" pitchFamily="2" charset="2"/>
              <a:buNone/>
              <a:defRPr/>
            </a:pPr>
            <a:r>
              <a:rPr lang="en-US" sz="2800" b="1" dirty="0">
                <a:solidFill>
                  <a:schemeClr val="folHlink"/>
                </a:solidFill>
              </a:rPr>
              <a:t>Example:</a:t>
            </a:r>
          </a:p>
          <a:p>
            <a:pPr eaLnBrk="1" fontAlgn="auto" hangingPunct="1">
              <a:lnSpc>
                <a:spcPct val="80000"/>
              </a:lnSpc>
              <a:spcAft>
                <a:spcPts val="0"/>
              </a:spcAft>
              <a:buFont typeface="Wingdings" pitchFamily="2" charset="2"/>
              <a:buNone/>
              <a:defRPr/>
            </a:pPr>
            <a:r>
              <a:rPr lang="en-US" sz="2800" dirty="0"/>
              <a:t>  05 card-codes.</a:t>
            </a:r>
          </a:p>
          <a:p>
            <a:pPr eaLnBrk="1" fontAlgn="auto" hangingPunct="1">
              <a:lnSpc>
                <a:spcPct val="80000"/>
              </a:lnSpc>
              <a:spcAft>
                <a:spcPts val="0"/>
              </a:spcAft>
              <a:buFont typeface="Wingdings" pitchFamily="2" charset="2"/>
              <a:buNone/>
              <a:defRPr/>
            </a:pPr>
            <a:r>
              <a:rPr lang="en-US" sz="2800" dirty="0"/>
              <a:t>   		10 store-code PIC 9.</a:t>
            </a:r>
          </a:p>
          <a:p>
            <a:pPr eaLnBrk="1" fontAlgn="auto" hangingPunct="1">
              <a:lnSpc>
                <a:spcPct val="80000"/>
              </a:lnSpc>
              <a:spcAft>
                <a:spcPts val="0"/>
              </a:spcAft>
              <a:buFont typeface="Wingdings" pitchFamily="2" charset="2"/>
              <a:buNone/>
              <a:defRPr/>
            </a:pPr>
            <a:r>
              <a:rPr lang="en-US" sz="2800" dirty="0"/>
              <a:t>		10 state-code PIC 9(4).</a:t>
            </a:r>
          </a:p>
          <a:p>
            <a:pPr eaLnBrk="1" fontAlgn="auto" hangingPunct="1">
              <a:lnSpc>
                <a:spcPct val="80000"/>
              </a:lnSpc>
              <a:spcAft>
                <a:spcPts val="0"/>
              </a:spcAft>
              <a:buFont typeface="Wingdings" pitchFamily="2" charset="2"/>
              <a:buNone/>
              <a:defRPr/>
            </a:pPr>
            <a:r>
              <a:rPr lang="en-US" sz="2800" dirty="0"/>
              <a:t>	66 code RENAMES card-codes.</a:t>
            </a:r>
          </a:p>
        </p:txBody>
      </p:sp>
      <p:sp>
        <p:nvSpPr>
          <p:cNvPr id="51204" name="Rectangle 4"/>
          <p:cNvSpPr>
            <a:spLocks noChangeArrowheads="1"/>
          </p:cNvSpPr>
          <p:nvPr/>
        </p:nvSpPr>
        <p:spPr bwMode="auto">
          <a:xfrm>
            <a:off x="381000" y="533400"/>
            <a:ext cx="4479925" cy="646113"/>
          </a:xfrm>
          <a:prstGeom prst="rect">
            <a:avLst/>
          </a:prstGeom>
          <a:noFill/>
          <a:ln w="9525">
            <a:noFill/>
            <a:miter lim="800000"/>
            <a:headEnd/>
            <a:tailEnd/>
          </a:ln>
          <a:effectLst/>
        </p:spPr>
        <p:txBody>
          <a:bodyPr wrap="none">
            <a:spAutoFit/>
          </a:bodyPr>
          <a:lstStyle/>
          <a:p>
            <a:pPr>
              <a:defRPr/>
            </a:pPr>
            <a:r>
              <a:rPr lang="en-US" sz="3600" b="1" dirty="0">
                <a:solidFill>
                  <a:schemeClr val="tx2"/>
                </a:solidFill>
              </a:rPr>
              <a:t>RENAMES</a:t>
            </a:r>
            <a:r>
              <a:rPr lang="en-US" sz="3600" b="1" dirty="0">
                <a:solidFill>
                  <a:schemeClr val="tx2"/>
                </a:solidFill>
                <a:effectLst>
                  <a:outerShdw blurRad="38100" dist="38100" dir="2700000" algn="tl">
                    <a:srgbClr val="000000"/>
                  </a:outerShdw>
                </a:effectLst>
              </a:rPr>
              <a:t> </a:t>
            </a:r>
            <a:r>
              <a:rPr lang="en-US" sz="3600" b="1" dirty="0">
                <a:solidFill>
                  <a:schemeClr val="tx2"/>
                </a:solidFill>
              </a:rPr>
              <a:t>CLAUSE</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0" y="0"/>
            <a:ext cx="7772400" cy="1143000"/>
          </a:xfrm>
        </p:spPr>
        <p:txBody>
          <a:bodyPr/>
          <a:lstStyle/>
          <a:p>
            <a:pPr eaLnBrk="1" fontAlgn="auto" hangingPunct="1">
              <a:spcAft>
                <a:spcPts val="0"/>
              </a:spcAft>
              <a:defRPr/>
            </a:pPr>
            <a:r>
              <a:rPr lang="en-US" b="1" dirty="0"/>
              <a:t>OCCURS Clause</a:t>
            </a:r>
          </a:p>
        </p:txBody>
      </p:sp>
      <p:sp>
        <p:nvSpPr>
          <p:cNvPr id="48131" name="Rectangle 3"/>
          <p:cNvSpPr>
            <a:spLocks noGrp="1" noChangeArrowheads="1"/>
          </p:cNvSpPr>
          <p:nvPr>
            <p:ph idx="1"/>
          </p:nvPr>
        </p:nvSpPr>
        <p:spPr>
          <a:xfrm>
            <a:off x="457200" y="1600200"/>
            <a:ext cx="8686800" cy="4114800"/>
          </a:xfrm>
        </p:spPr>
        <p:txBody>
          <a:bodyPr>
            <a:normAutofit fontScale="85000" lnSpcReduction="20000"/>
          </a:bodyPr>
          <a:lstStyle/>
          <a:p>
            <a:pPr eaLnBrk="1" fontAlgn="auto" hangingPunct="1">
              <a:spcAft>
                <a:spcPts val="0"/>
              </a:spcAft>
              <a:buFont typeface="Wingdings 2" pitchFamily="18" charset="2"/>
              <a:buNone/>
              <a:defRPr/>
            </a:pPr>
            <a:r>
              <a:rPr lang="en-US" sz="2400" dirty="0" smtClean="0"/>
              <a:t>	The </a:t>
            </a:r>
            <a:r>
              <a:rPr lang="en-US" sz="2400" dirty="0"/>
              <a:t>OCCURS clause defines tables and other sets of repeating items, thus eliminating the need for separate item entries. These tables can be a fixed number of elements or can vary within given limits. </a:t>
            </a:r>
          </a:p>
          <a:p>
            <a:pPr eaLnBrk="1" fontAlgn="auto" hangingPunct="1">
              <a:spcAft>
                <a:spcPts val="0"/>
              </a:spcAft>
              <a:buFont typeface="Wingdings 2" pitchFamily="18" charset="2"/>
              <a:buNone/>
              <a:defRPr/>
            </a:pPr>
            <a:r>
              <a:rPr lang="en-US" sz="2400" dirty="0" smtClean="0"/>
              <a:t>	An </a:t>
            </a:r>
            <a:r>
              <a:rPr lang="en-US" sz="2400" dirty="0"/>
              <a:t>OCCURS clause cannot be used in an 01 level entry.</a:t>
            </a:r>
          </a:p>
          <a:p>
            <a:pPr eaLnBrk="1" fontAlgn="auto" hangingPunct="1">
              <a:spcAft>
                <a:spcPts val="0"/>
              </a:spcAft>
              <a:buFont typeface="Wingdings" pitchFamily="2" charset="2"/>
              <a:buNone/>
              <a:defRPr/>
            </a:pPr>
            <a:r>
              <a:rPr lang="en-US" sz="2400" b="1" dirty="0">
                <a:solidFill>
                  <a:schemeClr val="folHlink"/>
                </a:solidFill>
              </a:rPr>
              <a:t>Syntax:</a:t>
            </a:r>
          </a:p>
          <a:p>
            <a:pPr eaLnBrk="1" fontAlgn="auto" hangingPunct="1">
              <a:spcAft>
                <a:spcPts val="0"/>
              </a:spcAft>
              <a:buFont typeface="Wingdings" pitchFamily="2" charset="2"/>
              <a:buNone/>
              <a:defRPr/>
            </a:pPr>
            <a:r>
              <a:rPr lang="en-US" sz="2400" dirty="0"/>
              <a:t>     </a:t>
            </a:r>
            <a:r>
              <a:rPr lang="en-US" sz="2400" dirty="0" smtClean="0"/>
              <a:t>OCCURS </a:t>
            </a:r>
            <a:r>
              <a:rPr lang="en-US" sz="2400" dirty="0"/>
              <a:t>max [ TIMES ]</a:t>
            </a:r>
          </a:p>
          <a:p>
            <a:pPr eaLnBrk="1" fontAlgn="auto" hangingPunct="1">
              <a:spcAft>
                <a:spcPts val="0"/>
              </a:spcAft>
              <a:buFont typeface="Wingdings" pitchFamily="2" charset="2"/>
              <a:buNone/>
              <a:defRPr/>
            </a:pPr>
            <a:r>
              <a:rPr lang="en-US" sz="2400" dirty="0"/>
              <a:t>     OCCURS min TO max [ TIMES ] DEPENDING [ ON ] depend</a:t>
            </a:r>
          </a:p>
          <a:p>
            <a:pPr eaLnBrk="1" fontAlgn="auto" hangingPunct="1">
              <a:spcAft>
                <a:spcPts val="0"/>
              </a:spcAft>
              <a:buFont typeface="Wingdings" pitchFamily="2" charset="2"/>
              <a:buNone/>
              <a:defRPr/>
            </a:pPr>
            <a:r>
              <a:rPr lang="en-US" sz="2400" b="1" dirty="0">
                <a:solidFill>
                  <a:schemeClr val="folHlink"/>
                </a:solidFill>
              </a:rPr>
              <a:t>Example:</a:t>
            </a:r>
          </a:p>
          <a:p>
            <a:pPr eaLnBrk="1" fontAlgn="auto" hangingPunct="1">
              <a:spcAft>
                <a:spcPts val="0"/>
              </a:spcAft>
              <a:buFont typeface="Wingdings" pitchFamily="2" charset="2"/>
              <a:buNone/>
              <a:defRPr/>
            </a:pPr>
            <a:r>
              <a:rPr lang="en-US" sz="2400" dirty="0"/>
              <a:t>		01 table-group.</a:t>
            </a:r>
          </a:p>
          <a:p>
            <a:pPr eaLnBrk="1" fontAlgn="auto" hangingPunct="1">
              <a:spcAft>
                <a:spcPts val="0"/>
              </a:spcAft>
              <a:buFont typeface="Wingdings" pitchFamily="2" charset="2"/>
              <a:buNone/>
              <a:defRPr/>
            </a:pPr>
            <a:r>
              <a:rPr lang="en-US" sz="2400" dirty="0"/>
              <a:t>			02 activity-count PIC 99.</a:t>
            </a:r>
          </a:p>
          <a:p>
            <a:pPr eaLnBrk="1" fontAlgn="auto" hangingPunct="1">
              <a:spcAft>
                <a:spcPts val="0"/>
              </a:spcAft>
              <a:buFont typeface="Wingdings" pitchFamily="2" charset="2"/>
              <a:buNone/>
              <a:defRPr/>
            </a:pPr>
            <a:r>
              <a:rPr lang="en-US" sz="2400" dirty="0"/>
              <a:t>			02 activity-table OCCURS 10 TO 20 TIMES</a:t>
            </a:r>
          </a:p>
          <a:p>
            <a:pPr eaLnBrk="1" fontAlgn="auto" hangingPunct="1">
              <a:spcAft>
                <a:spcPts val="0"/>
              </a:spcAft>
              <a:buFont typeface="Wingdings" pitchFamily="2" charset="2"/>
              <a:buNone/>
              <a:defRPr/>
            </a:pPr>
            <a:r>
              <a:rPr lang="en-US" sz="2400" dirty="0"/>
              <a:t>					DEPENDING ON activity-count.</a:t>
            </a:r>
          </a:p>
          <a:p>
            <a:pPr eaLnBrk="1" fontAlgn="auto" hangingPunct="1">
              <a:spcAft>
                <a:spcPts val="0"/>
              </a:spcAft>
              <a:buFont typeface="Wingdings" pitchFamily="2" charset="2"/>
              <a:buNone/>
              <a:defRPr/>
            </a:pPr>
            <a:r>
              <a:rPr lang="en-US" sz="2400" dirty="0"/>
              <a:t>				05 activity-entry PIC 999.</a:t>
            </a:r>
          </a:p>
          <a:p>
            <a:pPr eaLnBrk="1" fontAlgn="auto" hangingPunct="1">
              <a:spcAft>
                <a:spcPts val="0"/>
              </a:spcAft>
              <a:buFont typeface="Wingdings" pitchFamily="2" charset="2"/>
              <a:buNone/>
              <a:defRPr/>
            </a:pPr>
            <a:endParaRPr lang="en-US" sz="2400" dirty="0"/>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0" y="0"/>
            <a:ext cx="4343400" cy="609600"/>
          </a:xfrm>
        </p:spPr>
        <p:txBody>
          <a:bodyPr/>
          <a:lstStyle/>
          <a:p>
            <a:pPr eaLnBrk="1" fontAlgn="auto" hangingPunct="1">
              <a:spcAft>
                <a:spcPts val="0"/>
              </a:spcAft>
              <a:defRPr/>
            </a:pPr>
            <a:r>
              <a:rPr lang="en-US" sz="3200" b="1" dirty="0"/>
              <a:t>PICTURE Clause</a:t>
            </a:r>
          </a:p>
        </p:txBody>
      </p:sp>
      <p:pic>
        <p:nvPicPr>
          <p:cNvPr id="32771" name="Picture 3"/>
          <p:cNvPicPr>
            <a:picLocks noGrp="1" noChangeAspect="1" noChangeArrowheads="1"/>
          </p:cNvPicPr>
          <p:nvPr>
            <p:ph idx="1"/>
          </p:nvPr>
        </p:nvPicPr>
        <p:blipFill>
          <a:blip r:embed="rId3" cstate="print"/>
          <a:srcRect/>
          <a:stretch>
            <a:fillRect/>
          </a:stretch>
        </p:blipFill>
        <p:spPr>
          <a:xfrm>
            <a:off x="304800" y="1219200"/>
            <a:ext cx="8382000" cy="5334000"/>
          </a:xfrm>
        </p:spPr>
      </p:pic>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0" y="0"/>
            <a:ext cx="7772400" cy="1143000"/>
          </a:xfrm>
        </p:spPr>
        <p:txBody>
          <a:bodyPr/>
          <a:lstStyle/>
          <a:p>
            <a:pPr eaLnBrk="1" fontAlgn="auto" hangingPunct="1">
              <a:spcAft>
                <a:spcPts val="0"/>
              </a:spcAft>
              <a:defRPr/>
            </a:pPr>
            <a:r>
              <a:rPr lang="en-US" dirty="0"/>
              <a:t>PROCEDURE </a:t>
            </a:r>
            <a:r>
              <a:rPr lang="en-US" dirty="0" smtClean="0"/>
              <a:t>DIVISION</a:t>
            </a:r>
            <a:endParaRPr lang="en-US" dirty="0"/>
          </a:p>
        </p:txBody>
      </p:sp>
      <p:sp>
        <p:nvSpPr>
          <p:cNvPr id="33795" name="Rectangle 3"/>
          <p:cNvSpPr>
            <a:spLocks noGrp="1" noChangeArrowheads="1"/>
          </p:cNvSpPr>
          <p:nvPr>
            <p:ph idx="1"/>
          </p:nvPr>
        </p:nvSpPr>
        <p:spPr>
          <a:xfrm>
            <a:off x="685800" y="1524000"/>
            <a:ext cx="8153400" cy="4876800"/>
          </a:xfrm>
        </p:spPr>
        <p:txBody>
          <a:bodyPr/>
          <a:lstStyle/>
          <a:p>
            <a:pPr eaLnBrk="1" hangingPunct="1">
              <a:lnSpc>
                <a:spcPct val="90000"/>
              </a:lnSpc>
              <a:buFont typeface="Wingdings" pitchFamily="2" charset="2"/>
              <a:buNone/>
            </a:pPr>
            <a:r>
              <a:rPr lang="en-US" sz="2800" smtClean="0">
                <a:latin typeface="Courier" charset="0"/>
              </a:rPr>
              <a:t>PROCEDURE DIVISION</a:t>
            </a:r>
          </a:p>
          <a:p>
            <a:pPr eaLnBrk="1" hangingPunct="1">
              <a:lnSpc>
                <a:spcPct val="90000"/>
              </a:lnSpc>
              <a:buFont typeface="Wingdings" pitchFamily="2" charset="2"/>
              <a:buNone/>
            </a:pPr>
            <a:r>
              <a:rPr lang="en-US" sz="2800" smtClean="0">
                <a:latin typeface="Courier" charset="0"/>
              </a:rPr>
              <a:t>		 [ USING data-name [, data-name ]...] .</a:t>
            </a:r>
          </a:p>
          <a:p>
            <a:pPr eaLnBrk="1" hangingPunct="1">
              <a:lnSpc>
                <a:spcPct val="90000"/>
              </a:lnSpc>
              <a:buFont typeface="Wingdings" pitchFamily="2" charset="2"/>
              <a:buNone/>
            </a:pPr>
            <a:r>
              <a:rPr lang="en-US" sz="2800" smtClean="0">
                <a:latin typeface="Courier" charset="0"/>
              </a:rPr>
              <a:t>[ DECLARATIVES.</a:t>
            </a:r>
          </a:p>
          <a:p>
            <a:pPr eaLnBrk="1" hangingPunct="1">
              <a:lnSpc>
                <a:spcPct val="90000"/>
              </a:lnSpc>
              <a:buFont typeface="Wingdings" pitchFamily="2" charset="2"/>
              <a:buNone/>
            </a:pPr>
            <a:r>
              <a:rPr lang="en-US" sz="2800" smtClean="0">
                <a:latin typeface="Courier" charset="0"/>
              </a:rPr>
              <a:t>{ [ section-name SECTION . ]</a:t>
            </a:r>
          </a:p>
          <a:p>
            <a:pPr eaLnBrk="1" hangingPunct="1">
              <a:lnSpc>
                <a:spcPct val="90000"/>
              </a:lnSpc>
              <a:buFont typeface="Wingdings" pitchFamily="2" charset="2"/>
              <a:buNone/>
            </a:pPr>
            <a:r>
              <a:rPr lang="en-US" sz="2800" smtClean="0">
                <a:latin typeface="Courier" charset="0"/>
              </a:rPr>
              <a:t>[ paragraph-name . [ sentence ] ... ] ... } ...</a:t>
            </a:r>
          </a:p>
          <a:p>
            <a:pPr eaLnBrk="1" hangingPunct="1">
              <a:lnSpc>
                <a:spcPct val="90000"/>
              </a:lnSpc>
              <a:buFont typeface="Wingdings" pitchFamily="2" charset="2"/>
              <a:buNone/>
            </a:pPr>
            <a:r>
              <a:rPr lang="en-US" sz="2800" smtClean="0">
                <a:latin typeface="Courier" charset="0"/>
              </a:rPr>
              <a:t>{ paragraph-name . [ sentence ] ... } ...</a:t>
            </a:r>
          </a:p>
          <a:p>
            <a:pPr eaLnBrk="1" hangingPunct="1">
              <a:lnSpc>
                <a:spcPct val="90000"/>
              </a:lnSpc>
              <a:buFont typeface="Wingdings" pitchFamily="2" charset="2"/>
              <a:buNone/>
            </a:pPr>
            <a:r>
              <a:rPr lang="en-US" sz="2800" smtClean="0">
                <a:latin typeface="Courier" charset="0"/>
              </a:rPr>
              <a:t>END DECLARATIVES. ]</a:t>
            </a:r>
          </a:p>
          <a:p>
            <a:pPr eaLnBrk="1" hangingPunct="1">
              <a:lnSpc>
                <a:spcPct val="90000"/>
              </a:lnSpc>
              <a:buFont typeface="Wingdings" pitchFamily="2" charset="2"/>
              <a:buNone/>
            </a:pPr>
            <a:r>
              <a:rPr lang="en-US" sz="2800" smtClean="0">
                <a:latin typeface="Courier" charset="0"/>
              </a:rPr>
              <a:t>{ [ section-name SECTION . ]</a:t>
            </a:r>
          </a:p>
          <a:p>
            <a:pPr eaLnBrk="1" hangingPunct="1">
              <a:lnSpc>
                <a:spcPct val="90000"/>
              </a:lnSpc>
              <a:buFont typeface="Wingdings" pitchFamily="2" charset="2"/>
              <a:buNone/>
            </a:pPr>
            <a:r>
              <a:rPr lang="en-US" sz="2800" smtClean="0">
                <a:latin typeface="Courier" charset="0"/>
              </a:rPr>
              <a:t>[ paragraph-name . [ sentence ] ... ] ... } ...</a:t>
            </a:r>
          </a:p>
          <a:p>
            <a:pPr eaLnBrk="1" hangingPunct="1">
              <a:lnSpc>
                <a:spcPct val="90000"/>
              </a:lnSpc>
              <a:buFont typeface="Wingdings" pitchFamily="2" charset="2"/>
              <a:buNone/>
            </a:pPr>
            <a:r>
              <a:rPr lang="en-US" sz="2800" smtClean="0">
                <a:latin typeface="Courier" charset="0"/>
              </a:rPr>
              <a:t>{ paragraph-name . [ sentence ] ... } ...</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0" y="0"/>
            <a:ext cx="6096000" cy="533400"/>
          </a:xfrm>
        </p:spPr>
        <p:txBody>
          <a:bodyPr/>
          <a:lstStyle/>
          <a:p>
            <a:pPr eaLnBrk="1" fontAlgn="auto" hangingPunct="1">
              <a:spcAft>
                <a:spcPts val="0"/>
              </a:spcAft>
              <a:defRPr/>
            </a:pPr>
            <a:r>
              <a:rPr lang="en-US" sz="2400" dirty="0"/>
              <a:t>STATEMENT CATEGORIES..</a:t>
            </a:r>
          </a:p>
        </p:txBody>
      </p:sp>
      <p:sp>
        <p:nvSpPr>
          <p:cNvPr id="39939" name="Rectangle 3"/>
          <p:cNvSpPr>
            <a:spLocks noGrp="1" noChangeArrowheads="1"/>
          </p:cNvSpPr>
          <p:nvPr>
            <p:ph idx="1"/>
          </p:nvPr>
        </p:nvSpPr>
        <p:spPr>
          <a:xfrm>
            <a:off x="304800" y="685800"/>
            <a:ext cx="7467600" cy="5943600"/>
          </a:xfrm>
        </p:spPr>
        <p:txBody>
          <a:bodyPr>
            <a:normAutofit lnSpcReduction="10000"/>
          </a:bodyPr>
          <a:lstStyle/>
          <a:p>
            <a:pPr fontAlgn="auto">
              <a:lnSpc>
                <a:spcPct val="90000"/>
              </a:lnSpc>
              <a:spcAft>
                <a:spcPts val="0"/>
              </a:spcAft>
              <a:defRPr/>
            </a:pPr>
            <a:r>
              <a:rPr lang="en-US" sz="1600" b="1" dirty="0"/>
              <a:t>Arithmetic </a:t>
            </a:r>
          </a:p>
          <a:p>
            <a:pPr lvl="2" fontAlgn="auto">
              <a:lnSpc>
                <a:spcPct val="90000"/>
              </a:lnSpc>
              <a:spcAft>
                <a:spcPts val="0"/>
              </a:spcAft>
              <a:defRPr/>
            </a:pPr>
            <a:r>
              <a:rPr lang="en-US" sz="1200" b="1" dirty="0"/>
              <a:t>ADD</a:t>
            </a:r>
          </a:p>
          <a:p>
            <a:pPr lvl="2" fontAlgn="auto">
              <a:lnSpc>
                <a:spcPct val="90000"/>
              </a:lnSpc>
              <a:spcAft>
                <a:spcPts val="0"/>
              </a:spcAft>
              <a:defRPr/>
            </a:pPr>
            <a:r>
              <a:rPr lang="en-US" sz="1200" b="1" dirty="0"/>
              <a:t>COMPUTE</a:t>
            </a:r>
          </a:p>
          <a:p>
            <a:pPr lvl="2" fontAlgn="auto">
              <a:lnSpc>
                <a:spcPct val="90000"/>
              </a:lnSpc>
              <a:spcAft>
                <a:spcPts val="0"/>
              </a:spcAft>
              <a:defRPr/>
            </a:pPr>
            <a:r>
              <a:rPr lang="en-US" sz="1200" b="1" dirty="0"/>
              <a:t>DIVIDE</a:t>
            </a:r>
          </a:p>
          <a:p>
            <a:pPr lvl="2" fontAlgn="auto">
              <a:lnSpc>
                <a:spcPct val="90000"/>
              </a:lnSpc>
              <a:spcAft>
                <a:spcPts val="0"/>
              </a:spcAft>
              <a:defRPr/>
            </a:pPr>
            <a:r>
              <a:rPr lang="en-US" sz="1200" b="1" dirty="0"/>
              <a:t>MULTIPLY</a:t>
            </a:r>
          </a:p>
          <a:p>
            <a:pPr lvl="2" fontAlgn="auto">
              <a:lnSpc>
                <a:spcPct val="90000"/>
              </a:lnSpc>
              <a:spcAft>
                <a:spcPts val="0"/>
              </a:spcAft>
              <a:defRPr/>
            </a:pPr>
            <a:r>
              <a:rPr lang="en-US" sz="1200" b="1" dirty="0"/>
              <a:t>SUBTRACT</a:t>
            </a:r>
          </a:p>
          <a:p>
            <a:pPr fontAlgn="auto">
              <a:lnSpc>
                <a:spcPct val="90000"/>
              </a:lnSpc>
              <a:spcAft>
                <a:spcPts val="0"/>
              </a:spcAft>
              <a:defRPr/>
            </a:pPr>
            <a:r>
              <a:rPr lang="en-US" sz="1600" b="1" dirty="0"/>
              <a:t>Conditional</a:t>
            </a:r>
          </a:p>
          <a:p>
            <a:pPr lvl="2" fontAlgn="auto">
              <a:lnSpc>
                <a:spcPct val="90000"/>
              </a:lnSpc>
              <a:spcAft>
                <a:spcPts val="0"/>
              </a:spcAft>
              <a:defRPr/>
            </a:pPr>
            <a:r>
              <a:rPr lang="en-US" sz="1200" b="1" dirty="0"/>
              <a:t> BEGIN-TRANSACTION ... ON ERROR</a:t>
            </a:r>
          </a:p>
          <a:p>
            <a:pPr lvl="2" fontAlgn="auto">
              <a:lnSpc>
                <a:spcPct val="90000"/>
              </a:lnSpc>
              <a:spcAft>
                <a:spcPts val="0"/>
              </a:spcAft>
              <a:defRPr/>
            </a:pPr>
            <a:r>
              <a:rPr lang="en-US" sz="1200" b="1" dirty="0"/>
              <a:t>CALL ... ON ERROR</a:t>
            </a:r>
          </a:p>
          <a:p>
            <a:pPr lvl="2" fontAlgn="auto">
              <a:lnSpc>
                <a:spcPct val="90000"/>
              </a:lnSpc>
              <a:spcAft>
                <a:spcPts val="0"/>
              </a:spcAft>
              <a:defRPr/>
            </a:pPr>
            <a:r>
              <a:rPr lang="en-US" sz="1200" b="1" dirty="0"/>
              <a:t>IF</a:t>
            </a:r>
          </a:p>
          <a:p>
            <a:pPr lvl="2" fontAlgn="auto">
              <a:lnSpc>
                <a:spcPct val="90000"/>
              </a:lnSpc>
              <a:spcAft>
                <a:spcPts val="0"/>
              </a:spcAft>
              <a:defRPr/>
            </a:pPr>
            <a:r>
              <a:rPr lang="en-US" sz="1200" b="1" dirty="0"/>
              <a:t>SEND...ON ERROR</a:t>
            </a:r>
          </a:p>
          <a:p>
            <a:pPr fontAlgn="auto">
              <a:lnSpc>
                <a:spcPct val="90000"/>
              </a:lnSpc>
              <a:spcAft>
                <a:spcPts val="0"/>
              </a:spcAft>
              <a:defRPr/>
            </a:pPr>
            <a:r>
              <a:rPr lang="en-US" sz="1600" b="1" dirty="0"/>
              <a:t>Data Movement</a:t>
            </a:r>
          </a:p>
          <a:p>
            <a:pPr lvl="2" fontAlgn="auto">
              <a:lnSpc>
                <a:spcPct val="90000"/>
              </a:lnSpc>
              <a:spcAft>
                <a:spcPts val="0"/>
              </a:spcAft>
              <a:defRPr/>
            </a:pPr>
            <a:r>
              <a:rPr lang="en-US" sz="1200" b="1" dirty="0"/>
              <a:t> ACCEPT DATE/DAY/TIME</a:t>
            </a:r>
          </a:p>
          <a:p>
            <a:pPr lvl="2" fontAlgn="auto">
              <a:lnSpc>
                <a:spcPct val="90000"/>
              </a:lnSpc>
              <a:spcAft>
                <a:spcPts val="0"/>
              </a:spcAft>
              <a:defRPr/>
            </a:pPr>
            <a:r>
              <a:rPr lang="en-US" sz="1200" b="1" dirty="0"/>
              <a:t>MOVE</a:t>
            </a:r>
          </a:p>
          <a:p>
            <a:pPr lvl="2" fontAlgn="auto">
              <a:lnSpc>
                <a:spcPct val="90000"/>
              </a:lnSpc>
              <a:spcAft>
                <a:spcPts val="0"/>
              </a:spcAft>
              <a:defRPr/>
            </a:pPr>
            <a:r>
              <a:rPr lang="en-US" sz="1200" b="1" dirty="0"/>
              <a:t>SET</a:t>
            </a:r>
          </a:p>
          <a:p>
            <a:pPr fontAlgn="auto">
              <a:lnSpc>
                <a:spcPct val="90000"/>
              </a:lnSpc>
              <a:spcAft>
                <a:spcPts val="0"/>
              </a:spcAft>
              <a:defRPr/>
            </a:pPr>
            <a:r>
              <a:rPr lang="en-US" sz="1600" b="1" dirty="0"/>
              <a:t>Terminal </a:t>
            </a:r>
            <a:r>
              <a:rPr lang="en-US" sz="1600" b="1" dirty="0" err="1"/>
              <a:t>Input/Output</a:t>
            </a:r>
            <a:r>
              <a:rPr lang="en-US" sz="1600" b="1" dirty="0"/>
              <a:t>	</a:t>
            </a:r>
          </a:p>
          <a:p>
            <a:pPr lvl="2" fontAlgn="auto">
              <a:lnSpc>
                <a:spcPct val="90000"/>
              </a:lnSpc>
              <a:spcAft>
                <a:spcPts val="0"/>
              </a:spcAft>
              <a:defRPr/>
            </a:pPr>
            <a:r>
              <a:rPr lang="en-US" sz="1200" b="1" dirty="0"/>
              <a:t> ACCEPT</a:t>
            </a:r>
          </a:p>
          <a:p>
            <a:pPr lvl="2" fontAlgn="auto">
              <a:lnSpc>
                <a:spcPct val="90000"/>
              </a:lnSpc>
              <a:spcAft>
                <a:spcPts val="0"/>
              </a:spcAft>
              <a:defRPr/>
            </a:pPr>
            <a:r>
              <a:rPr lang="en-US" sz="1200" b="1" dirty="0"/>
              <a:t>CLEAR</a:t>
            </a:r>
          </a:p>
          <a:p>
            <a:pPr lvl="2" fontAlgn="auto">
              <a:lnSpc>
                <a:spcPct val="90000"/>
              </a:lnSpc>
              <a:spcAft>
                <a:spcPts val="0"/>
              </a:spcAft>
              <a:defRPr/>
            </a:pPr>
            <a:r>
              <a:rPr lang="en-US" sz="1200" b="1" dirty="0"/>
              <a:t>DELAY</a:t>
            </a:r>
          </a:p>
          <a:p>
            <a:pPr lvl="2" fontAlgn="auto">
              <a:lnSpc>
                <a:spcPct val="90000"/>
              </a:lnSpc>
              <a:spcAft>
                <a:spcPts val="0"/>
              </a:spcAft>
              <a:defRPr/>
            </a:pPr>
            <a:r>
              <a:rPr lang="en-US" sz="1200" b="1" dirty="0"/>
              <a:t>DISPLAY</a:t>
            </a:r>
          </a:p>
          <a:p>
            <a:pPr lvl="2" fontAlgn="auto">
              <a:lnSpc>
                <a:spcPct val="90000"/>
              </a:lnSpc>
              <a:spcAft>
                <a:spcPts val="0"/>
              </a:spcAft>
              <a:defRPr/>
            </a:pPr>
            <a:r>
              <a:rPr lang="en-US" sz="1200" b="1" dirty="0"/>
              <a:t>DISPLAY BASE</a:t>
            </a:r>
          </a:p>
          <a:p>
            <a:pPr lvl="2" fontAlgn="auto">
              <a:lnSpc>
                <a:spcPct val="90000"/>
              </a:lnSpc>
              <a:spcAft>
                <a:spcPts val="0"/>
              </a:spcAft>
              <a:defRPr/>
            </a:pPr>
            <a:r>
              <a:rPr lang="en-US" sz="1200" b="1" dirty="0"/>
              <a:t>DISPLAY OVERLAY</a:t>
            </a:r>
          </a:p>
          <a:p>
            <a:pPr lvl="2" fontAlgn="auto">
              <a:lnSpc>
                <a:spcPct val="90000"/>
              </a:lnSpc>
              <a:spcAft>
                <a:spcPts val="0"/>
              </a:spcAft>
              <a:defRPr/>
            </a:pPr>
            <a:r>
              <a:rPr lang="en-US" sz="1200" b="1" dirty="0"/>
              <a:t>DISPLAY RECOVERY</a:t>
            </a:r>
          </a:p>
          <a:p>
            <a:pPr lvl="2" fontAlgn="auto">
              <a:lnSpc>
                <a:spcPct val="90000"/>
              </a:lnSpc>
              <a:spcAft>
                <a:spcPts val="0"/>
              </a:spcAft>
              <a:defRPr/>
            </a:pPr>
            <a:r>
              <a:rPr lang="en-US" sz="1200" b="1" dirty="0"/>
              <a:t>PRINT SCREEN</a:t>
            </a:r>
          </a:p>
          <a:p>
            <a:pPr lvl="2" fontAlgn="auto">
              <a:lnSpc>
                <a:spcPct val="90000"/>
              </a:lnSpc>
              <a:spcAft>
                <a:spcPts val="0"/>
              </a:spcAft>
              <a:defRPr/>
            </a:pPr>
            <a:r>
              <a:rPr lang="en-US" sz="1200" b="1" dirty="0"/>
              <a:t>RECONNECT MODEM</a:t>
            </a:r>
          </a:p>
          <a:p>
            <a:pPr lvl="2" fontAlgn="auto">
              <a:lnSpc>
                <a:spcPct val="90000"/>
              </a:lnSpc>
              <a:spcAft>
                <a:spcPts val="0"/>
              </a:spcAft>
              <a:defRPr/>
            </a:pPr>
            <a:r>
              <a:rPr lang="en-US" sz="1200" b="1" dirty="0"/>
              <a:t>RESET</a:t>
            </a:r>
          </a:p>
          <a:p>
            <a:pPr lvl="2" fontAlgn="auto">
              <a:lnSpc>
                <a:spcPct val="90000"/>
              </a:lnSpc>
              <a:spcAft>
                <a:spcPts val="0"/>
              </a:spcAft>
              <a:defRPr/>
            </a:pPr>
            <a:r>
              <a:rPr lang="en-US" sz="1200" b="1" dirty="0"/>
              <a:t>SCROLL</a:t>
            </a:r>
          </a:p>
          <a:p>
            <a:pPr lvl="2" fontAlgn="auto">
              <a:lnSpc>
                <a:spcPct val="90000"/>
              </a:lnSpc>
              <a:spcAft>
                <a:spcPts val="0"/>
              </a:spcAft>
              <a:defRPr/>
            </a:pPr>
            <a:r>
              <a:rPr lang="en-US" sz="1200" b="1" dirty="0"/>
              <a:t>SEND</a:t>
            </a:r>
          </a:p>
          <a:p>
            <a:pPr lvl="2" fontAlgn="auto">
              <a:lnSpc>
                <a:spcPct val="90000"/>
              </a:lnSpc>
              <a:spcAft>
                <a:spcPts val="0"/>
              </a:spcAft>
              <a:defRPr/>
            </a:pPr>
            <a:r>
              <a:rPr lang="en-US" sz="1200" b="1" dirty="0"/>
              <a:t>TURN</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0" y="0"/>
            <a:ext cx="6096000" cy="533400"/>
          </a:xfrm>
        </p:spPr>
        <p:txBody>
          <a:bodyPr/>
          <a:lstStyle/>
          <a:p>
            <a:pPr eaLnBrk="1" fontAlgn="auto" hangingPunct="1">
              <a:spcAft>
                <a:spcPts val="0"/>
              </a:spcAft>
              <a:defRPr/>
            </a:pPr>
            <a:r>
              <a:rPr lang="en-US" sz="2400" dirty="0" smtClean="0"/>
              <a:t>SCOBOL Statements </a:t>
            </a:r>
            <a:endParaRPr lang="en-US" sz="2400" dirty="0"/>
          </a:p>
        </p:txBody>
      </p:sp>
      <p:sp>
        <p:nvSpPr>
          <p:cNvPr id="39939" name="Rectangle 3"/>
          <p:cNvSpPr>
            <a:spLocks noGrp="1" noChangeArrowheads="1"/>
          </p:cNvSpPr>
          <p:nvPr>
            <p:ph idx="1"/>
          </p:nvPr>
        </p:nvSpPr>
        <p:spPr>
          <a:xfrm>
            <a:off x="304800" y="685800"/>
            <a:ext cx="7467600" cy="5943600"/>
          </a:xfrm>
        </p:spPr>
        <p:txBody>
          <a:bodyPr>
            <a:normAutofit/>
          </a:bodyPr>
          <a:lstStyle/>
          <a:p>
            <a:pPr>
              <a:lnSpc>
                <a:spcPct val="90000"/>
              </a:lnSpc>
            </a:pPr>
            <a:r>
              <a:rPr lang="en-US" sz="1600" b="1" dirty="0" smtClean="0"/>
              <a:t>ACCEPT</a:t>
            </a:r>
          </a:p>
          <a:p>
            <a:pPr>
              <a:lnSpc>
                <a:spcPct val="90000"/>
              </a:lnSpc>
              <a:buNone/>
            </a:pPr>
            <a:r>
              <a:rPr lang="en-US" sz="1600" b="1" dirty="0" smtClean="0"/>
              <a:t>	To Accept the message from the terminal</a:t>
            </a:r>
          </a:p>
          <a:p>
            <a:pPr>
              <a:lnSpc>
                <a:spcPct val="90000"/>
              </a:lnSpc>
              <a:buFont typeface="Wingdings" pitchFamily="2" charset="2"/>
              <a:buNone/>
            </a:pPr>
            <a:r>
              <a:rPr lang="en-US" sz="1600" dirty="0" smtClean="0"/>
              <a:t>ACCEPT [ screen-identifier ]….</a:t>
            </a:r>
          </a:p>
          <a:p>
            <a:pPr>
              <a:lnSpc>
                <a:spcPct val="90000"/>
              </a:lnSpc>
              <a:buFont typeface="Wingdings" pitchFamily="2" charset="2"/>
              <a:buNone/>
            </a:pPr>
            <a:r>
              <a:rPr lang="en-US" sz="1600" dirty="0" smtClean="0"/>
              <a:t>{ UNTIL 	{ [ ( ] { comp-cond-1 } … [ ) ] ESCAPE [ ON ] } }</a:t>
            </a:r>
          </a:p>
          <a:p>
            <a:pPr>
              <a:lnSpc>
                <a:spcPct val="90000"/>
              </a:lnSpc>
              <a:buFont typeface="Wingdings" pitchFamily="2" charset="2"/>
              <a:buNone/>
            </a:pPr>
            <a:r>
              <a:rPr lang="en-US" sz="1600" dirty="0" smtClean="0"/>
              <a:t>{			{ [ ( ] { comp-cond-2 } … [ ) ] }	} }		</a:t>
            </a:r>
          </a:p>
          <a:p>
            <a:pPr>
              <a:lnSpc>
                <a:spcPct val="90000"/>
              </a:lnSpc>
              <a:buFont typeface="Wingdings" pitchFamily="2" charset="2"/>
              <a:buNone/>
            </a:pPr>
            <a:r>
              <a:rPr lang="en-US" sz="1600" dirty="0" smtClean="0"/>
              <a:t>{			{ [ ( ] { comp-cond-1 } … [ ) ]	} }</a:t>
            </a:r>
          </a:p>
          <a:p>
            <a:pPr>
              <a:lnSpc>
                <a:spcPct val="90000"/>
              </a:lnSpc>
              <a:buFont typeface="Wingdings" pitchFamily="2" charset="2"/>
              <a:buNone/>
            </a:pPr>
            <a:r>
              <a:rPr lang="en-US" sz="1600" dirty="0" smtClean="0"/>
              <a:t>{		 		 				} }</a:t>
            </a:r>
          </a:p>
          <a:p>
            <a:pPr>
              <a:lnSpc>
                <a:spcPct val="90000"/>
              </a:lnSpc>
              <a:buFont typeface="Wingdings" pitchFamily="2" charset="2"/>
              <a:buNone/>
            </a:pPr>
            <a:r>
              <a:rPr lang="en-US" sz="1600" dirty="0" smtClean="0"/>
              <a:t>{ ESCAPE [ ON ] { [ ( ] {comp-cond-2 } … [ ) ]    } }</a:t>
            </a:r>
          </a:p>
          <a:p>
            <a:pPr>
              <a:lnSpc>
                <a:spcPct val="90000"/>
              </a:lnSpc>
              <a:buFont typeface="Wingdings" pitchFamily="2" charset="2"/>
              <a:buNone/>
            </a:pPr>
            <a:endParaRPr lang="en-US" sz="1000" dirty="0" smtClean="0"/>
          </a:p>
          <a:p>
            <a:pPr>
              <a:lnSpc>
                <a:spcPct val="90000"/>
              </a:lnSpc>
            </a:pPr>
            <a:endParaRPr lang="en-US" sz="1600" b="1" dirty="0" smtClean="0"/>
          </a:p>
          <a:p>
            <a:pPr>
              <a:lnSpc>
                <a:spcPct val="90000"/>
              </a:lnSpc>
            </a:pPr>
            <a:r>
              <a:rPr lang="en-US" sz="1600" b="1" dirty="0" smtClean="0"/>
              <a:t>CALL</a:t>
            </a:r>
            <a:endParaRPr lang="en-US" sz="1400" b="1" dirty="0" smtClean="0"/>
          </a:p>
          <a:p>
            <a:pPr>
              <a:lnSpc>
                <a:spcPct val="90000"/>
              </a:lnSpc>
              <a:buFont typeface="Wingdings" pitchFamily="2" charset="2"/>
              <a:buNone/>
            </a:pPr>
            <a:r>
              <a:rPr lang="en-US" sz="1200" dirty="0" smtClean="0"/>
              <a:t>	</a:t>
            </a:r>
            <a:r>
              <a:rPr lang="en-US" sz="1600" dirty="0" smtClean="0"/>
              <a:t>To transfer the program control to another SCREEN COBOL program.</a:t>
            </a:r>
          </a:p>
          <a:p>
            <a:pPr>
              <a:lnSpc>
                <a:spcPct val="90000"/>
              </a:lnSpc>
              <a:buFont typeface="Wingdings" pitchFamily="2" charset="2"/>
              <a:buNone/>
            </a:pPr>
            <a:r>
              <a:rPr lang="en-US" sz="1400" dirty="0" smtClean="0"/>
              <a:t>CALL {data-name } [ USING {identifier, … } ] </a:t>
            </a:r>
          </a:p>
          <a:p>
            <a:pPr lvl="2">
              <a:lnSpc>
                <a:spcPct val="90000"/>
              </a:lnSpc>
              <a:buFont typeface="Wingdings" pitchFamily="2" charset="2"/>
              <a:buNone/>
            </a:pPr>
            <a:r>
              <a:rPr lang="en-US" sz="1200" dirty="0" smtClean="0"/>
              <a:t>{ program-unit-name } </a:t>
            </a:r>
          </a:p>
          <a:p>
            <a:pPr lvl="2">
              <a:lnSpc>
                <a:spcPct val="90000"/>
              </a:lnSpc>
              <a:buFont typeface="Wingdings" pitchFamily="2" charset="2"/>
              <a:buNone/>
            </a:pPr>
            <a:r>
              <a:rPr lang="en-US" sz="1200" dirty="0" smtClean="0"/>
              <a:t>[ ON ERROR imperative-statement ]</a:t>
            </a:r>
          </a:p>
          <a:p>
            <a:pPr>
              <a:lnSpc>
                <a:spcPct val="90000"/>
              </a:lnSpc>
              <a:buFont typeface="Wingdings" pitchFamily="2" charset="2"/>
              <a:buNone/>
            </a:pPr>
            <a:endParaRPr lang="en-US" sz="1600" dirty="0" smtClean="0"/>
          </a:p>
          <a:p>
            <a:pPr>
              <a:lnSpc>
                <a:spcPct val="90000"/>
              </a:lnSpc>
              <a:buFont typeface="Wingdings" pitchFamily="2" charset="2"/>
              <a:buNone/>
            </a:pPr>
            <a:endParaRPr lang="en-US" sz="1600" dirty="0" smtClean="0"/>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0" y="0"/>
            <a:ext cx="6096000" cy="533400"/>
          </a:xfrm>
        </p:spPr>
        <p:txBody>
          <a:bodyPr/>
          <a:lstStyle/>
          <a:p>
            <a:pPr eaLnBrk="1" fontAlgn="auto" hangingPunct="1">
              <a:spcAft>
                <a:spcPts val="0"/>
              </a:spcAft>
              <a:defRPr/>
            </a:pPr>
            <a:r>
              <a:rPr lang="en-US" sz="2400" dirty="0" smtClean="0"/>
              <a:t>SCOBOL Statements </a:t>
            </a:r>
            <a:endParaRPr lang="en-US" sz="2400" dirty="0"/>
          </a:p>
        </p:txBody>
      </p:sp>
      <p:sp>
        <p:nvSpPr>
          <p:cNvPr id="39939" name="Rectangle 3"/>
          <p:cNvSpPr>
            <a:spLocks noGrp="1" noChangeArrowheads="1"/>
          </p:cNvSpPr>
          <p:nvPr>
            <p:ph idx="1"/>
          </p:nvPr>
        </p:nvSpPr>
        <p:spPr>
          <a:xfrm>
            <a:off x="304800" y="685800"/>
            <a:ext cx="7467600" cy="5943600"/>
          </a:xfrm>
        </p:spPr>
        <p:txBody>
          <a:bodyPr>
            <a:noAutofit/>
          </a:bodyPr>
          <a:lstStyle/>
          <a:p>
            <a:pPr>
              <a:lnSpc>
                <a:spcPct val="90000"/>
              </a:lnSpc>
            </a:pPr>
            <a:r>
              <a:rPr lang="en-US" sz="2400" b="1" dirty="0" smtClean="0"/>
              <a:t>PERFORM</a:t>
            </a:r>
            <a:endParaRPr lang="en-US" sz="1800" b="1" dirty="0" smtClean="0"/>
          </a:p>
          <a:p>
            <a:pPr>
              <a:lnSpc>
                <a:spcPct val="90000"/>
              </a:lnSpc>
            </a:pPr>
            <a:endParaRPr lang="en-US" sz="1800" dirty="0" smtClean="0"/>
          </a:p>
          <a:p>
            <a:pPr>
              <a:lnSpc>
                <a:spcPct val="90000"/>
              </a:lnSpc>
              <a:buFont typeface="Wingdings" pitchFamily="2" charset="2"/>
              <a:buNone/>
            </a:pPr>
            <a:r>
              <a:rPr lang="en-US" sz="2400" dirty="0" smtClean="0"/>
              <a:t>This statement executes one or more procedures </a:t>
            </a:r>
          </a:p>
          <a:p>
            <a:pPr>
              <a:lnSpc>
                <a:spcPct val="90000"/>
              </a:lnSpc>
              <a:buFont typeface="Wingdings" pitchFamily="2" charset="2"/>
              <a:buNone/>
            </a:pPr>
            <a:r>
              <a:rPr lang="en-US" sz="2400" dirty="0" smtClean="0"/>
              <a:t>with the use of THROUGH phrase.</a:t>
            </a:r>
          </a:p>
          <a:p>
            <a:pPr>
              <a:lnSpc>
                <a:spcPct val="90000"/>
              </a:lnSpc>
            </a:pPr>
            <a:endParaRPr lang="en-US" sz="2400" dirty="0" smtClean="0"/>
          </a:p>
          <a:p>
            <a:pPr>
              <a:lnSpc>
                <a:spcPct val="90000"/>
              </a:lnSpc>
            </a:pPr>
            <a:r>
              <a:rPr lang="en-US" sz="2400" dirty="0" smtClean="0"/>
              <a:t>PERFORM  proc-1  [ THROUGH  proc-2 ]</a:t>
            </a:r>
          </a:p>
          <a:p>
            <a:pPr>
              <a:lnSpc>
                <a:spcPct val="90000"/>
              </a:lnSpc>
              <a:buFont typeface="Wingdings" pitchFamily="2" charset="2"/>
              <a:buNone/>
            </a:pPr>
            <a:r>
              <a:rPr lang="en-US" sz="2400" dirty="0" smtClean="0"/>
              <a:t>		                           [ THRU ]</a:t>
            </a:r>
          </a:p>
          <a:p>
            <a:pPr>
              <a:lnSpc>
                <a:spcPct val="90000"/>
              </a:lnSpc>
            </a:pPr>
            <a:r>
              <a:rPr lang="en-US" sz="2400" dirty="0" smtClean="0"/>
              <a:t>PERFORM proc-1  </a:t>
            </a:r>
            <a:r>
              <a:rPr lang="en-US" sz="2000" dirty="0" smtClean="0"/>
              <a:t>(Will execute only one </a:t>
            </a:r>
            <a:r>
              <a:rPr lang="en-US" sz="2000" dirty="0" err="1" smtClean="0"/>
              <a:t>para</a:t>
            </a:r>
            <a:r>
              <a:rPr lang="en-US" sz="2000" dirty="0" smtClean="0"/>
              <a:t>.) </a:t>
            </a:r>
            <a:endParaRPr lang="en-US" sz="2400" dirty="0" smtClean="0"/>
          </a:p>
          <a:p>
            <a:pPr>
              <a:lnSpc>
                <a:spcPct val="90000"/>
              </a:lnSpc>
            </a:pPr>
            <a:r>
              <a:rPr lang="en-US" sz="2400" dirty="0" smtClean="0"/>
              <a:t>PERFORM proc-1 THRU proc-2</a:t>
            </a:r>
          </a:p>
          <a:p>
            <a:pPr lvl="2">
              <a:lnSpc>
                <a:spcPct val="90000"/>
              </a:lnSpc>
              <a:buFont typeface="Wingdings" pitchFamily="2" charset="2"/>
              <a:buNone/>
            </a:pPr>
            <a:r>
              <a:rPr lang="en-US" dirty="0" smtClean="0"/>
              <a:t>In this case all the </a:t>
            </a:r>
            <a:r>
              <a:rPr lang="en-US" dirty="0" err="1" smtClean="0"/>
              <a:t>paras</a:t>
            </a:r>
            <a:r>
              <a:rPr lang="en-US" dirty="0" smtClean="0"/>
              <a:t> inside the proc-1 and proc-2 </a:t>
            </a:r>
          </a:p>
          <a:p>
            <a:pPr lvl="2">
              <a:lnSpc>
                <a:spcPct val="90000"/>
              </a:lnSpc>
              <a:buFont typeface="Wingdings" pitchFamily="2" charset="2"/>
              <a:buNone/>
            </a:pPr>
            <a:r>
              <a:rPr lang="en-US" dirty="0" smtClean="0"/>
              <a:t>get executed.</a:t>
            </a:r>
            <a:endParaRPr lang="en-US" sz="1200" dirty="0" smtClean="0"/>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0" y="0"/>
            <a:ext cx="6705600" cy="762000"/>
          </a:xfrm>
        </p:spPr>
        <p:txBody>
          <a:bodyPr/>
          <a:lstStyle/>
          <a:p>
            <a:pPr eaLnBrk="1" fontAlgn="auto" hangingPunct="1">
              <a:spcAft>
                <a:spcPts val="0"/>
              </a:spcAft>
              <a:defRPr/>
            </a:pPr>
            <a:r>
              <a:rPr lang="en-US" b="1" dirty="0"/>
              <a:t>SEND Statement</a:t>
            </a:r>
          </a:p>
        </p:txBody>
      </p:sp>
      <p:sp>
        <p:nvSpPr>
          <p:cNvPr id="54275" name="Rectangle 3"/>
          <p:cNvSpPr>
            <a:spLocks noGrp="1" noChangeArrowheads="1"/>
          </p:cNvSpPr>
          <p:nvPr>
            <p:ph idx="1"/>
          </p:nvPr>
        </p:nvSpPr>
        <p:spPr>
          <a:xfrm>
            <a:off x="0" y="1371600"/>
            <a:ext cx="9144000" cy="5257800"/>
          </a:xfrm>
        </p:spPr>
        <p:txBody>
          <a:bodyPr>
            <a:normAutofit fontScale="92500" lnSpcReduction="20000"/>
          </a:bodyPr>
          <a:lstStyle/>
          <a:p>
            <a:pPr eaLnBrk="1" fontAlgn="auto" hangingPunct="1">
              <a:lnSpc>
                <a:spcPct val="90000"/>
              </a:lnSpc>
              <a:spcAft>
                <a:spcPts val="0"/>
              </a:spcAft>
              <a:buFont typeface="Wingdings 2" pitchFamily="18" charset="2"/>
              <a:buNone/>
              <a:defRPr/>
            </a:pPr>
            <a:r>
              <a:rPr lang="en-US" sz="2000" dirty="0" smtClean="0"/>
              <a:t>	The </a:t>
            </a:r>
            <a:r>
              <a:rPr lang="en-US" sz="2000" dirty="0"/>
              <a:t>SEND statement declares the data structure associated with each valid reply code value. The SEND statement sends a transaction request message to a server process and receives a reply from that server process. The SEND statement includes the message and a list of reply specifications.</a:t>
            </a:r>
          </a:p>
          <a:p>
            <a:pPr eaLnBrk="1" fontAlgn="auto" hangingPunct="1">
              <a:lnSpc>
                <a:spcPct val="90000"/>
              </a:lnSpc>
              <a:spcAft>
                <a:spcPts val="0"/>
              </a:spcAft>
              <a:buFont typeface="Wingdings" pitchFamily="2" charset="2"/>
              <a:buNone/>
              <a:defRPr/>
            </a:pPr>
            <a:endParaRPr lang="en-US" sz="2000" b="1" dirty="0" smtClean="0">
              <a:solidFill>
                <a:schemeClr val="folHlink"/>
              </a:solidFill>
            </a:endParaRPr>
          </a:p>
          <a:p>
            <a:pPr eaLnBrk="1" fontAlgn="auto" hangingPunct="1">
              <a:lnSpc>
                <a:spcPct val="90000"/>
              </a:lnSpc>
              <a:spcAft>
                <a:spcPts val="0"/>
              </a:spcAft>
              <a:buFont typeface="Wingdings" pitchFamily="2" charset="2"/>
              <a:buNone/>
              <a:defRPr/>
            </a:pPr>
            <a:r>
              <a:rPr lang="en-US" sz="2000" b="1" dirty="0" smtClean="0">
                <a:solidFill>
                  <a:schemeClr val="folHlink"/>
                </a:solidFill>
              </a:rPr>
              <a:t>Syntax</a:t>
            </a:r>
            <a:r>
              <a:rPr lang="en-US" sz="2000" b="1" dirty="0">
                <a:solidFill>
                  <a:schemeClr val="folHlink"/>
                </a:solidFill>
              </a:rPr>
              <a:t>:</a:t>
            </a:r>
            <a:endParaRPr lang="en-US" sz="2000" dirty="0">
              <a:solidFill>
                <a:schemeClr val="folHlink"/>
              </a:solidFill>
            </a:endParaRPr>
          </a:p>
          <a:p>
            <a:pPr eaLnBrk="1" fontAlgn="auto" hangingPunct="1">
              <a:lnSpc>
                <a:spcPct val="90000"/>
              </a:lnSpc>
              <a:spcAft>
                <a:spcPts val="0"/>
              </a:spcAft>
              <a:buFont typeface="Wingdings" pitchFamily="2" charset="2"/>
              <a:buNone/>
              <a:defRPr/>
            </a:pPr>
            <a:r>
              <a:rPr lang="en-US" sz="2000" dirty="0"/>
              <a:t>     SEND [ identifier-1 ] ,... TO server-class-name</a:t>
            </a:r>
          </a:p>
          <a:p>
            <a:pPr eaLnBrk="1" fontAlgn="auto" hangingPunct="1">
              <a:lnSpc>
                <a:spcPct val="90000"/>
              </a:lnSpc>
              <a:spcAft>
                <a:spcPts val="0"/>
              </a:spcAft>
              <a:buFont typeface="Wingdings" pitchFamily="2" charset="2"/>
              <a:buNone/>
              <a:defRPr/>
            </a:pPr>
            <a:r>
              <a:rPr lang="en-US" sz="2000" dirty="0"/>
              <a:t>     [ UNDER PATHWAY </a:t>
            </a:r>
            <a:r>
              <a:rPr lang="en-US" sz="2000" dirty="0" err="1"/>
              <a:t>pathmon</a:t>
            </a:r>
            <a:r>
              <a:rPr lang="en-US" sz="2000" dirty="0"/>
              <a:t>-name ]</a:t>
            </a:r>
          </a:p>
          <a:p>
            <a:pPr eaLnBrk="1" fontAlgn="auto" hangingPunct="1">
              <a:lnSpc>
                <a:spcPct val="90000"/>
              </a:lnSpc>
              <a:spcAft>
                <a:spcPts val="0"/>
              </a:spcAft>
              <a:buFont typeface="Wingdings" pitchFamily="2" charset="2"/>
              <a:buNone/>
              <a:defRPr/>
            </a:pPr>
            <a:r>
              <a:rPr lang="en-US" sz="2000" dirty="0"/>
              <a:t>     [ AT SYSTEM </a:t>
            </a:r>
            <a:r>
              <a:rPr lang="en-US" sz="2000" dirty="0" err="1"/>
              <a:t>system</a:t>
            </a:r>
            <a:r>
              <a:rPr lang="en-US" sz="2000" dirty="0"/>
              <a:t>-name ]</a:t>
            </a:r>
          </a:p>
          <a:p>
            <a:pPr eaLnBrk="1" fontAlgn="auto" hangingPunct="1">
              <a:lnSpc>
                <a:spcPct val="90000"/>
              </a:lnSpc>
              <a:spcAft>
                <a:spcPts val="0"/>
              </a:spcAft>
              <a:buFont typeface="Wingdings" pitchFamily="2" charset="2"/>
              <a:buNone/>
              <a:defRPr/>
            </a:pPr>
            <a:r>
              <a:rPr lang="en-US" sz="2000" dirty="0"/>
              <a:t>     [ REPLY { CODE { reply-code-value } ...</a:t>
            </a:r>
          </a:p>
          <a:p>
            <a:pPr eaLnBrk="1" fontAlgn="auto" hangingPunct="1">
              <a:lnSpc>
                <a:spcPct val="90000"/>
              </a:lnSpc>
              <a:spcAft>
                <a:spcPts val="0"/>
              </a:spcAft>
              <a:buFont typeface="Wingdings" pitchFamily="2" charset="2"/>
              <a:buNone/>
              <a:defRPr/>
            </a:pPr>
            <a:r>
              <a:rPr lang="en-US" sz="2000" dirty="0"/>
              <a:t>    YIELDS [ VARYING ] {identifier-2 } ... } ...</a:t>
            </a:r>
          </a:p>
          <a:p>
            <a:pPr eaLnBrk="1" fontAlgn="auto" hangingPunct="1">
              <a:lnSpc>
                <a:spcPct val="90000"/>
              </a:lnSpc>
              <a:spcAft>
                <a:spcPts val="0"/>
              </a:spcAft>
              <a:buFont typeface="Wingdings" pitchFamily="2" charset="2"/>
              <a:buNone/>
              <a:defRPr/>
            </a:pPr>
            <a:r>
              <a:rPr lang="en-US" sz="2000" dirty="0"/>
              <a:t>     CODE OTHER YIELDS [ VARYING ] { identifier-2 } ...</a:t>
            </a:r>
          </a:p>
          <a:p>
            <a:pPr eaLnBrk="1" fontAlgn="auto" hangingPunct="1">
              <a:lnSpc>
                <a:spcPct val="90000"/>
              </a:lnSpc>
              <a:spcAft>
                <a:spcPts val="0"/>
              </a:spcAft>
              <a:buFont typeface="Wingdings" pitchFamily="2" charset="2"/>
              <a:buNone/>
              <a:defRPr/>
            </a:pPr>
            <a:r>
              <a:rPr lang="en-US" sz="2000" dirty="0"/>
              <a:t>     [ ON ERROR imperative-statement ]</a:t>
            </a:r>
          </a:p>
          <a:p>
            <a:pPr eaLnBrk="1" fontAlgn="auto" hangingPunct="1">
              <a:lnSpc>
                <a:spcPct val="90000"/>
              </a:lnSpc>
              <a:spcAft>
                <a:spcPts val="0"/>
              </a:spcAft>
              <a:buFont typeface="Wingdings" pitchFamily="2" charset="2"/>
              <a:buNone/>
              <a:defRPr/>
            </a:pPr>
            <a:endParaRPr lang="en-US" sz="2000" b="1" dirty="0" smtClean="0">
              <a:solidFill>
                <a:schemeClr val="folHlink"/>
              </a:solidFill>
            </a:endParaRPr>
          </a:p>
          <a:p>
            <a:pPr eaLnBrk="1" fontAlgn="auto" hangingPunct="1">
              <a:lnSpc>
                <a:spcPct val="90000"/>
              </a:lnSpc>
              <a:spcAft>
                <a:spcPts val="0"/>
              </a:spcAft>
              <a:buFont typeface="Wingdings" pitchFamily="2" charset="2"/>
              <a:buNone/>
              <a:defRPr/>
            </a:pPr>
            <a:r>
              <a:rPr lang="en-US" sz="2000" b="1" dirty="0" smtClean="0">
                <a:solidFill>
                  <a:schemeClr val="folHlink"/>
                </a:solidFill>
              </a:rPr>
              <a:t>Example</a:t>
            </a:r>
            <a:r>
              <a:rPr lang="en-US" sz="2000" b="1" dirty="0">
                <a:solidFill>
                  <a:schemeClr val="folHlink"/>
                </a:solidFill>
              </a:rPr>
              <a:t>:</a:t>
            </a:r>
          </a:p>
          <a:p>
            <a:pPr eaLnBrk="1" fontAlgn="auto" hangingPunct="1">
              <a:spcAft>
                <a:spcPts val="0"/>
              </a:spcAft>
              <a:buFont typeface="Wingdings" pitchFamily="2" charset="2"/>
              <a:buNone/>
              <a:defRPr/>
            </a:pPr>
            <a:r>
              <a:rPr lang="en-US" sz="2000" b="1" dirty="0"/>
              <a:t>	SEND HEADER, LASTNAME OF EMP-REC TO "PERS-DEPT"</a:t>
            </a:r>
          </a:p>
          <a:p>
            <a:pPr eaLnBrk="1" fontAlgn="auto" hangingPunct="1">
              <a:spcAft>
                <a:spcPts val="0"/>
              </a:spcAft>
              <a:buFont typeface="Wingdings" pitchFamily="2" charset="2"/>
              <a:buNone/>
              <a:defRPr/>
            </a:pPr>
            <a:r>
              <a:rPr lang="en-US" sz="2000" b="1" dirty="0"/>
              <a:t>	REPLY CODE 1, 21, 31 YIELDS R-CODE, NEW-SALARY</a:t>
            </a:r>
          </a:p>
          <a:p>
            <a:pPr eaLnBrk="1" fontAlgn="auto" hangingPunct="1">
              <a:spcAft>
                <a:spcPts val="0"/>
              </a:spcAft>
              <a:buFont typeface="Wingdings" pitchFamily="2" charset="2"/>
              <a:buNone/>
              <a:defRPr/>
            </a:pPr>
            <a:r>
              <a:rPr lang="en-US" sz="2000" b="1" dirty="0"/>
              <a:t>	CODE 2, 42, 62 YIELDS NEW-RATE, STOCK-OPTION, BENEFIT</a:t>
            </a:r>
          </a:p>
          <a:p>
            <a:pPr eaLnBrk="1" fontAlgn="auto" hangingPunct="1">
              <a:spcAft>
                <a:spcPts val="0"/>
              </a:spcAft>
              <a:buFont typeface="Wingdings" pitchFamily="2" charset="2"/>
              <a:buNone/>
              <a:defRPr/>
            </a:pPr>
            <a:r>
              <a:rPr lang="en-US" sz="2000" b="1" dirty="0"/>
              <a:t>	CODE 0, 200 YIELDS TERMINATION-NOTICE</a:t>
            </a:r>
          </a:p>
          <a:p>
            <a:pPr eaLnBrk="1" fontAlgn="auto" hangingPunct="1">
              <a:spcAft>
                <a:spcPts val="0"/>
              </a:spcAft>
              <a:buFont typeface="Wingdings" pitchFamily="2" charset="2"/>
              <a:buNone/>
              <a:defRPr/>
            </a:pPr>
            <a:r>
              <a:rPr lang="en-US" sz="2000" b="1" dirty="0"/>
              <a:t>	ON ERROR PERFORM SERVER-LIST.</a:t>
            </a: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fontAlgn="auto" hangingPunct="1">
              <a:spcAft>
                <a:spcPts val="0"/>
              </a:spcAft>
              <a:defRPr/>
            </a:pPr>
            <a:r>
              <a:rPr lang="en-US"/>
              <a:t>COMPILATION STEPS ..</a:t>
            </a:r>
          </a:p>
        </p:txBody>
      </p:sp>
      <p:sp>
        <p:nvSpPr>
          <p:cNvPr id="36867" name="Rectangle 3"/>
          <p:cNvSpPr>
            <a:spLocks noGrp="1" noChangeArrowheads="1"/>
          </p:cNvSpPr>
          <p:nvPr>
            <p:ph idx="1"/>
          </p:nvPr>
        </p:nvSpPr>
        <p:spPr/>
        <p:txBody>
          <a:bodyPr/>
          <a:lstStyle/>
          <a:p>
            <a:pPr eaLnBrk="1" hangingPunct="1">
              <a:buFont typeface="Wingdings" pitchFamily="2" charset="2"/>
              <a:buNone/>
            </a:pPr>
            <a:r>
              <a:rPr lang="en-US" sz="2000" b="1" smtClean="0">
                <a:latin typeface="Courier" charset="0"/>
              </a:rPr>
              <a:t>SCOBOLX [ / [ IN source-file ]</a:t>
            </a:r>
          </a:p>
          <a:p>
            <a:pPr eaLnBrk="1" hangingPunct="1">
              <a:buFont typeface="Wingdings" pitchFamily="2" charset="2"/>
              <a:buNone/>
            </a:pPr>
            <a:r>
              <a:rPr lang="en-US" sz="2000" b="1" smtClean="0">
                <a:latin typeface="Courier" charset="0"/>
              </a:rPr>
              <a:t>		     	[ , OUT [ list-file ] ]</a:t>
            </a:r>
          </a:p>
          <a:p>
            <a:pPr eaLnBrk="1" hangingPunct="1">
              <a:buFont typeface="Wingdings" pitchFamily="2" charset="2"/>
              <a:buNone/>
            </a:pPr>
            <a:r>
              <a:rPr lang="en-US" sz="2000" b="1" smtClean="0">
                <a:latin typeface="Courier" charset="0"/>
              </a:rPr>
              <a:t>                   	[ , run-option ] ... / ]</a:t>
            </a:r>
          </a:p>
          <a:p>
            <a:pPr eaLnBrk="1" hangingPunct="1">
              <a:buFont typeface="Wingdings" pitchFamily="2" charset="2"/>
              <a:buNone/>
            </a:pPr>
            <a:r>
              <a:rPr lang="en-US" sz="2000" b="1" smtClean="0">
                <a:latin typeface="Courier" charset="0"/>
              </a:rPr>
              <a:t>			[ tclprog-file ]</a:t>
            </a:r>
          </a:p>
          <a:p>
            <a:pPr eaLnBrk="1" hangingPunct="1">
              <a:buFont typeface="Wingdings" pitchFamily="2" charset="2"/>
              <a:buNone/>
            </a:pPr>
            <a:r>
              <a:rPr lang="en-US" sz="2000" b="1" smtClean="0">
                <a:latin typeface="Courier" charset="0"/>
              </a:rPr>
              <a:t>			[ , copy-library ]</a:t>
            </a:r>
          </a:p>
          <a:p>
            <a:pPr eaLnBrk="1" hangingPunct="1">
              <a:buFont typeface="Wingdings" pitchFamily="2" charset="2"/>
              <a:buNone/>
            </a:pPr>
            <a:r>
              <a:rPr lang="en-US" sz="2000" b="1" smtClean="0">
                <a:latin typeface="Courier" charset="0"/>
              </a:rPr>
              <a:t>			[ ; compiler-command ] ...</a:t>
            </a:r>
            <a:br>
              <a:rPr lang="en-US" sz="2000" b="1" smtClean="0">
                <a:latin typeface="Courier" charset="0"/>
              </a:rPr>
            </a:br>
            <a:endParaRPr lang="en-US" sz="2000" b="1" smtClean="0">
              <a:latin typeface="Courier" charset="0"/>
            </a:endParaRPr>
          </a:p>
          <a:p>
            <a:pPr eaLnBrk="1" hangingPunct="1">
              <a:buFont typeface="Wingdings" pitchFamily="2" charset="2"/>
              <a:buNone/>
            </a:pPr>
            <a:r>
              <a:rPr lang="en-US" sz="2000" b="1" smtClean="0">
                <a:latin typeface="Courier" charset="0"/>
              </a:rPr>
              <a:t>Example:</a:t>
            </a:r>
          </a:p>
          <a:p>
            <a:pPr eaLnBrk="1" hangingPunct="1">
              <a:buFont typeface="Wingdings" pitchFamily="2" charset="2"/>
              <a:buNone/>
            </a:pPr>
            <a:r>
              <a:rPr lang="en-US" sz="2000" b="1" i="1" smtClean="0">
                <a:solidFill>
                  <a:schemeClr val="hlink"/>
                </a:solidFill>
                <a:latin typeface="Courier" charset="0"/>
              </a:rPr>
              <a:t>			SCOBOLX / IN SAMPLE /</a:t>
            </a:r>
          </a:p>
          <a:p>
            <a:pPr eaLnBrk="1" hangingPunct="1">
              <a:buFont typeface="Wingdings" pitchFamily="2" charset="2"/>
              <a:buNone/>
            </a:pPr>
            <a:endParaRPr lang="en-US" sz="2000" b="1" i="1" smtClean="0">
              <a:solidFill>
                <a:schemeClr val="hlink"/>
              </a:solidFill>
              <a:latin typeface="Courier" charset="0"/>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0" y="0"/>
            <a:ext cx="7467600" cy="1143000"/>
          </a:xfrm>
        </p:spPr>
        <p:txBody>
          <a:bodyPr/>
          <a:lstStyle/>
          <a:p>
            <a:pPr eaLnBrk="1" fontAlgn="auto" hangingPunct="1">
              <a:spcAft>
                <a:spcPts val="0"/>
              </a:spcAft>
              <a:defRPr/>
            </a:pPr>
            <a:r>
              <a:rPr lang="en-US" dirty="0" smtClean="0"/>
              <a:t>SCUP</a:t>
            </a:r>
            <a:endParaRPr lang="en-US" dirty="0"/>
          </a:p>
        </p:txBody>
      </p:sp>
      <p:sp>
        <p:nvSpPr>
          <p:cNvPr id="36867" name="Rectangle 3"/>
          <p:cNvSpPr>
            <a:spLocks noGrp="1" noChangeArrowheads="1"/>
          </p:cNvSpPr>
          <p:nvPr>
            <p:ph idx="1"/>
          </p:nvPr>
        </p:nvSpPr>
        <p:spPr>
          <a:xfrm>
            <a:off x="457200" y="1143000"/>
            <a:ext cx="8305800" cy="4983163"/>
          </a:xfrm>
        </p:spPr>
        <p:txBody>
          <a:bodyPr/>
          <a:lstStyle/>
          <a:p>
            <a:pPr>
              <a:buFont typeface="Wingdings" pitchFamily="2" charset="2"/>
              <a:buNone/>
            </a:pPr>
            <a:r>
              <a:rPr lang="en-US" sz="2000" dirty="0" smtClean="0"/>
              <a:t>SCREEN COBOL Utility Program (SCUP)  simplifies your task of maintaining SCREEN COBOL object library files.</a:t>
            </a:r>
          </a:p>
          <a:p>
            <a:pPr>
              <a:buFont typeface="Wingdings" pitchFamily="2" charset="2"/>
              <a:buNone/>
            </a:pPr>
            <a:endParaRPr lang="en-US" sz="2000" dirty="0" smtClean="0"/>
          </a:p>
          <a:p>
            <a:pPr>
              <a:buFont typeface="Wingdings" pitchFamily="2" charset="2"/>
              <a:buNone/>
            </a:pPr>
            <a:r>
              <a:rPr lang="en-US" sz="2000" dirty="0" smtClean="0"/>
              <a:t>SCUP operates on the SCREEN COBOL object  library without recompiling the source program.</a:t>
            </a:r>
          </a:p>
          <a:p>
            <a:pPr>
              <a:buFont typeface="Wingdings" pitchFamily="2" charset="2"/>
              <a:buNone/>
            </a:pPr>
            <a:endParaRPr lang="en-US" sz="2000" dirty="0" smtClean="0"/>
          </a:p>
          <a:p>
            <a:pPr>
              <a:buFont typeface="Wingdings" pitchFamily="2" charset="2"/>
              <a:buNone/>
            </a:pPr>
            <a:r>
              <a:rPr lang="en-US" sz="2000" dirty="0" smtClean="0"/>
              <a:t>A SCREEN COBOL object library consists of up to three files generated by the SCOBOL compiler:</a:t>
            </a:r>
          </a:p>
          <a:p>
            <a:r>
              <a:rPr lang="en-US" sz="2000" dirty="0" smtClean="0"/>
              <a:t>COD     Code file</a:t>
            </a:r>
          </a:p>
          <a:p>
            <a:r>
              <a:rPr lang="en-US" sz="2000" dirty="0" smtClean="0"/>
              <a:t>DIR       Directory to the code file</a:t>
            </a:r>
          </a:p>
          <a:p>
            <a:r>
              <a:rPr lang="en-US" sz="2000" dirty="0" smtClean="0"/>
              <a:t>SYM     Symbols table (generated if the SYMBOLS option is selected for compilation)  </a:t>
            </a:r>
          </a:p>
          <a:p>
            <a:pPr>
              <a:buFont typeface="Wingdings" pitchFamily="2" charset="2"/>
              <a:buNone/>
            </a:pPr>
            <a:endParaRPr lang="en-US" sz="2000" dirty="0" smtClean="0"/>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0" y="0"/>
            <a:ext cx="7467600" cy="1143000"/>
          </a:xfrm>
        </p:spPr>
        <p:txBody>
          <a:bodyPr/>
          <a:lstStyle/>
          <a:p>
            <a:pPr eaLnBrk="1" fontAlgn="auto" hangingPunct="1">
              <a:spcAft>
                <a:spcPts val="0"/>
              </a:spcAft>
              <a:defRPr/>
            </a:pPr>
            <a:r>
              <a:rPr lang="en-US" i="1" dirty="0" smtClean="0">
                <a:latin typeface="Byington" pitchFamily="2" charset="0"/>
              </a:rPr>
              <a:t>SCUP Usage</a:t>
            </a:r>
            <a:endParaRPr lang="en-US" i="1" dirty="0">
              <a:latin typeface="Byington" pitchFamily="2" charset="0"/>
            </a:endParaRPr>
          </a:p>
        </p:txBody>
      </p:sp>
      <p:sp>
        <p:nvSpPr>
          <p:cNvPr id="36867" name="Rectangle 3"/>
          <p:cNvSpPr>
            <a:spLocks noGrp="1" noChangeArrowheads="1"/>
          </p:cNvSpPr>
          <p:nvPr>
            <p:ph idx="1"/>
          </p:nvPr>
        </p:nvSpPr>
        <p:spPr>
          <a:xfrm>
            <a:off x="457200" y="1143000"/>
            <a:ext cx="8305800" cy="4983163"/>
          </a:xfrm>
        </p:spPr>
        <p:txBody>
          <a:bodyPr/>
          <a:lstStyle/>
          <a:p>
            <a:pPr>
              <a:buFont typeface="Wingdings" pitchFamily="2" charset="2"/>
              <a:buNone/>
            </a:pPr>
            <a:r>
              <a:rPr lang="en-US" sz="2000" dirty="0" smtClean="0"/>
              <a:t>TACL&gt; SCUP</a:t>
            </a:r>
          </a:p>
          <a:p>
            <a:pPr>
              <a:buFont typeface="Wingdings" pitchFamily="2" charset="2"/>
              <a:buNone/>
            </a:pPr>
            <a:r>
              <a:rPr lang="en-US" sz="2000" dirty="0" smtClean="0"/>
              <a:t>SCUP&gt;</a:t>
            </a:r>
          </a:p>
          <a:p>
            <a:r>
              <a:rPr lang="en-US" sz="2000" dirty="0" smtClean="0"/>
              <a:t>Give the information of all the program present in the current object directory.</a:t>
            </a:r>
          </a:p>
          <a:p>
            <a:r>
              <a:rPr lang="en-US" sz="2000" dirty="0" smtClean="0"/>
              <a:t>Alterations to POBJ file</a:t>
            </a:r>
          </a:p>
          <a:p>
            <a:r>
              <a:rPr lang="en-US" sz="2000" dirty="0" smtClean="0"/>
              <a:t>Versions of the request objects </a:t>
            </a:r>
          </a:p>
          <a:p>
            <a:r>
              <a:rPr lang="en-US" sz="2000" dirty="0" smtClean="0"/>
              <a:t>Copying/Deleting the requester object.</a:t>
            </a:r>
          </a:p>
          <a:p>
            <a:pPr>
              <a:buNone/>
            </a:pPr>
            <a:endParaRPr lang="en-US" sz="2000" dirty="0" smtClean="0"/>
          </a:p>
          <a:p>
            <a:pPr>
              <a:buNone/>
            </a:pPr>
            <a:endParaRPr lang="en-US" sz="2000" dirty="0" smtClean="0"/>
          </a:p>
          <a:p>
            <a:endParaRPr lang="en-US" sz="2000" dirty="0" smtClean="0"/>
          </a:p>
          <a:p>
            <a:pPr>
              <a:buFont typeface="Wingdings" pitchFamily="2" charset="2"/>
              <a:buNone/>
            </a:pPr>
            <a:endParaRPr lang="en-US" sz="2000" dirty="0" smtClean="0"/>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0" y="0"/>
            <a:ext cx="7467600" cy="1143000"/>
          </a:xfrm>
        </p:spPr>
        <p:txBody>
          <a:bodyPr/>
          <a:lstStyle/>
          <a:p>
            <a:pPr eaLnBrk="1" fontAlgn="auto" hangingPunct="1">
              <a:spcAft>
                <a:spcPts val="0"/>
              </a:spcAft>
              <a:defRPr/>
            </a:pPr>
            <a:r>
              <a:rPr lang="en-US" i="1" dirty="0" smtClean="0">
                <a:latin typeface="Byington" pitchFamily="2" charset="0"/>
              </a:rPr>
              <a:t>SCUP Commands</a:t>
            </a:r>
            <a:endParaRPr lang="en-US" i="1" dirty="0">
              <a:latin typeface="Byington" pitchFamily="2" charset="0"/>
            </a:endParaRPr>
          </a:p>
        </p:txBody>
      </p:sp>
      <p:sp>
        <p:nvSpPr>
          <p:cNvPr id="36867" name="Rectangle 3"/>
          <p:cNvSpPr>
            <a:spLocks noGrp="1" noChangeArrowheads="1"/>
          </p:cNvSpPr>
          <p:nvPr>
            <p:ph idx="1"/>
          </p:nvPr>
        </p:nvSpPr>
        <p:spPr>
          <a:xfrm>
            <a:off x="457200" y="1143000"/>
            <a:ext cx="8305800" cy="4983163"/>
          </a:xfrm>
        </p:spPr>
        <p:txBody>
          <a:bodyPr/>
          <a:lstStyle/>
          <a:p>
            <a:r>
              <a:rPr lang="en-US" sz="2000" dirty="0" smtClean="0"/>
              <a:t>ALTER</a:t>
            </a:r>
          </a:p>
          <a:p>
            <a:r>
              <a:rPr lang="en-US" sz="2000" dirty="0" smtClean="0"/>
              <a:t>ASSUME</a:t>
            </a:r>
          </a:p>
          <a:p>
            <a:r>
              <a:rPr lang="en-US" sz="2000" dirty="0" smtClean="0"/>
              <a:t>COPY</a:t>
            </a:r>
          </a:p>
          <a:p>
            <a:r>
              <a:rPr lang="en-US" sz="2000" dirty="0" smtClean="0"/>
              <a:t>DELETE</a:t>
            </a:r>
          </a:p>
          <a:p>
            <a:r>
              <a:rPr lang="en-US" sz="2000" dirty="0" smtClean="0"/>
              <a:t>INFO</a:t>
            </a:r>
          </a:p>
          <a:p>
            <a:pPr>
              <a:buNone/>
            </a:pPr>
            <a:r>
              <a:rPr lang="en-US" sz="2000" dirty="0" smtClean="0"/>
              <a:t>Etc.</a:t>
            </a:r>
          </a:p>
          <a:p>
            <a:pPr>
              <a:buNone/>
            </a:pPr>
            <a:endParaRPr lang="en-US" sz="2000" dirty="0" smtClean="0"/>
          </a:p>
          <a:p>
            <a:endParaRPr lang="en-US" sz="2000" dirty="0" smtClean="0"/>
          </a:p>
          <a:p>
            <a:pPr>
              <a:buFont typeface="Wingdings" pitchFamily="2" charset="2"/>
              <a:buNone/>
            </a:pPr>
            <a:endParaRPr lang="en-US" sz="2000" dirty="0" smtClean="0"/>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467600" cy="1143000"/>
          </a:xfrm>
        </p:spPr>
        <p:txBody>
          <a:bodyPr/>
          <a:lstStyle/>
          <a:p>
            <a:pPr eaLnBrk="1" fontAlgn="auto" hangingPunct="1">
              <a:spcAft>
                <a:spcPts val="0"/>
              </a:spcAft>
              <a:defRPr/>
            </a:pPr>
            <a:r>
              <a:rPr lang="en-US" i="1" dirty="0" err="1" smtClean="0">
                <a:latin typeface="Byington" pitchFamily="2" charset="0"/>
              </a:rPr>
              <a:t>Practicals</a:t>
            </a:r>
            <a:endParaRPr lang="en-US" i="1" dirty="0">
              <a:latin typeface="Byington" pitchFamily="2" charset="0"/>
            </a:endParaRPr>
          </a:p>
        </p:txBody>
      </p:sp>
      <p:sp>
        <p:nvSpPr>
          <p:cNvPr id="13315" name="Content Placeholder 2"/>
          <p:cNvSpPr>
            <a:spLocks noGrp="1"/>
          </p:cNvSpPr>
          <p:nvPr>
            <p:ph idx="1"/>
          </p:nvPr>
        </p:nvSpPr>
        <p:spPr>
          <a:xfrm>
            <a:off x="0" y="1219200"/>
            <a:ext cx="9144000" cy="5638800"/>
          </a:xfrm>
        </p:spPr>
        <p:txBody>
          <a:bodyPr/>
          <a:lstStyle/>
          <a:p>
            <a:r>
              <a:rPr lang="en-US" sz="2800" dirty="0" smtClean="0"/>
              <a:t>Write a screen </a:t>
            </a:r>
            <a:r>
              <a:rPr lang="en-US" sz="2800" dirty="0" err="1" smtClean="0"/>
              <a:t>cobol</a:t>
            </a:r>
            <a:r>
              <a:rPr lang="en-US" sz="2800" dirty="0" smtClean="0"/>
              <a:t> program and a </a:t>
            </a:r>
            <a:r>
              <a:rPr lang="en-US" sz="2800" dirty="0" err="1" smtClean="0"/>
              <a:t>cobol</a:t>
            </a:r>
            <a:r>
              <a:rPr lang="en-US" sz="2800" dirty="0" smtClean="0"/>
              <a:t> server to  add, update, delete and view into a file ( using </a:t>
            </a:r>
            <a:r>
              <a:rPr lang="en-US" sz="2800" dirty="0" err="1" smtClean="0"/>
              <a:t>ddl</a:t>
            </a:r>
            <a:r>
              <a:rPr lang="en-US" sz="2800" dirty="0" smtClean="0"/>
              <a:t> )</a:t>
            </a:r>
          </a:p>
          <a:p>
            <a:pPr>
              <a:buNone/>
            </a:pPr>
            <a:r>
              <a:rPr lang="en-US" sz="2800" dirty="0" smtClean="0"/>
              <a:t>File structure is </a:t>
            </a:r>
          </a:p>
          <a:p>
            <a:pPr>
              <a:buNone/>
            </a:pPr>
            <a:r>
              <a:rPr lang="en-US" sz="2000" dirty="0" smtClean="0">
                <a:latin typeface="Courier New" pitchFamily="49" charset="0"/>
                <a:cs typeface="Courier New" pitchFamily="49" charset="0"/>
              </a:rPr>
              <a:t>Roll no 	</a:t>
            </a:r>
            <a:r>
              <a:rPr lang="en-US" sz="2000" dirty="0" err="1" smtClean="0">
                <a:latin typeface="Courier New" pitchFamily="49" charset="0"/>
                <a:cs typeface="Courier New" pitchFamily="49" charset="0"/>
              </a:rPr>
              <a:t>pic</a:t>
            </a:r>
            <a:r>
              <a:rPr lang="en-US" sz="2000" dirty="0" smtClean="0">
                <a:latin typeface="Courier New" pitchFamily="49" charset="0"/>
                <a:cs typeface="Courier New" pitchFamily="49" charset="0"/>
              </a:rPr>
              <a:t> 9(10)</a:t>
            </a:r>
          </a:p>
          <a:p>
            <a:pPr>
              <a:buNone/>
            </a:pPr>
            <a:r>
              <a:rPr lang="en-US" sz="2000" dirty="0" smtClean="0">
                <a:latin typeface="Courier New" pitchFamily="49" charset="0"/>
                <a:cs typeface="Courier New" pitchFamily="49" charset="0"/>
              </a:rPr>
              <a:t>Name   	</a:t>
            </a:r>
            <a:r>
              <a:rPr lang="en-US" sz="2000" dirty="0" err="1" smtClean="0">
                <a:latin typeface="Courier New" pitchFamily="49" charset="0"/>
                <a:cs typeface="Courier New" pitchFamily="49" charset="0"/>
              </a:rPr>
              <a:t>pic</a:t>
            </a:r>
            <a:r>
              <a:rPr lang="en-US" sz="2000" dirty="0" smtClean="0">
                <a:latin typeface="Courier New" pitchFamily="49" charset="0"/>
                <a:cs typeface="Courier New" pitchFamily="49" charset="0"/>
              </a:rPr>
              <a:t> x(30)</a:t>
            </a:r>
          </a:p>
          <a:p>
            <a:pPr>
              <a:buNone/>
            </a:pPr>
            <a:r>
              <a:rPr lang="en-US" sz="2000" dirty="0" smtClean="0">
                <a:latin typeface="Courier New" pitchFamily="49" charset="0"/>
                <a:cs typeface="Courier New" pitchFamily="49" charset="0"/>
              </a:rPr>
              <a:t>Age 	    	</a:t>
            </a:r>
            <a:r>
              <a:rPr lang="en-US" sz="2000" dirty="0" err="1" smtClean="0">
                <a:latin typeface="Courier New" pitchFamily="49" charset="0"/>
                <a:cs typeface="Courier New" pitchFamily="49" charset="0"/>
              </a:rPr>
              <a:t>pic</a:t>
            </a:r>
            <a:r>
              <a:rPr lang="en-US" sz="2000" dirty="0" smtClean="0">
                <a:latin typeface="Courier New" pitchFamily="49" charset="0"/>
                <a:cs typeface="Courier New" pitchFamily="49" charset="0"/>
              </a:rPr>
              <a:t> 9(2)</a:t>
            </a:r>
          </a:p>
          <a:p>
            <a:pPr>
              <a:buNone/>
            </a:pPr>
            <a:r>
              <a:rPr lang="en-US" sz="2000" dirty="0" smtClean="0">
                <a:latin typeface="Courier New" pitchFamily="49" charset="0"/>
                <a:cs typeface="Courier New" pitchFamily="49" charset="0"/>
              </a:rPr>
              <a:t>Gender 	</a:t>
            </a:r>
            <a:r>
              <a:rPr lang="en-US" sz="2000" dirty="0" err="1" smtClean="0">
                <a:latin typeface="Courier New" pitchFamily="49" charset="0"/>
                <a:cs typeface="Courier New" pitchFamily="49" charset="0"/>
              </a:rPr>
              <a:t>pic</a:t>
            </a:r>
            <a:r>
              <a:rPr lang="en-US" sz="2000" dirty="0" smtClean="0">
                <a:latin typeface="Courier New" pitchFamily="49" charset="0"/>
                <a:cs typeface="Courier New" pitchFamily="49" charset="0"/>
              </a:rPr>
              <a:t> x(1) – M/F – Male/Female</a:t>
            </a:r>
          </a:p>
          <a:p>
            <a:pPr>
              <a:buNone/>
            </a:pPr>
            <a:r>
              <a:rPr lang="en-US" sz="2000" dirty="0" smtClean="0">
                <a:latin typeface="Courier New" pitchFamily="49" charset="0"/>
                <a:cs typeface="Courier New" pitchFamily="49" charset="0"/>
              </a:rPr>
              <a:t>Status   	</a:t>
            </a:r>
            <a:r>
              <a:rPr lang="en-US" sz="2000" dirty="0" err="1" smtClean="0">
                <a:latin typeface="Courier New" pitchFamily="49" charset="0"/>
                <a:cs typeface="Courier New" pitchFamily="49" charset="0"/>
              </a:rPr>
              <a:t>pic</a:t>
            </a:r>
            <a:r>
              <a:rPr lang="en-US" sz="2000" dirty="0" smtClean="0">
                <a:latin typeface="Courier New" pitchFamily="49" charset="0"/>
                <a:cs typeface="Courier New" pitchFamily="49" charset="0"/>
              </a:rPr>
              <a:t> 9(1) – 0/1 – Married/Single</a:t>
            </a:r>
          </a:p>
          <a:p>
            <a:pPr>
              <a:buNone/>
            </a:pPr>
            <a:r>
              <a:rPr lang="en-US" sz="2000" dirty="0" smtClean="0">
                <a:latin typeface="Courier New" pitchFamily="49" charset="0"/>
                <a:cs typeface="Courier New" pitchFamily="49" charset="0"/>
              </a:rPr>
              <a:t>Address 	</a:t>
            </a:r>
            <a:r>
              <a:rPr lang="en-US" sz="2000" dirty="0" err="1" smtClean="0">
                <a:latin typeface="Courier New" pitchFamily="49" charset="0"/>
                <a:cs typeface="Courier New" pitchFamily="49" charset="0"/>
              </a:rPr>
              <a:t>pic</a:t>
            </a:r>
            <a:r>
              <a:rPr lang="en-US" sz="2000" dirty="0" smtClean="0">
                <a:latin typeface="Courier New" pitchFamily="49" charset="0"/>
                <a:cs typeface="Courier New" pitchFamily="49" charset="0"/>
              </a:rPr>
              <a:t> x(100).</a:t>
            </a:r>
          </a:p>
          <a:p>
            <a:pPr>
              <a:buNone/>
            </a:pPr>
            <a:r>
              <a:rPr lang="en-US" sz="2000" dirty="0" smtClean="0">
                <a:latin typeface="Courier New" pitchFamily="49" charset="0"/>
                <a:cs typeface="Courier New" pitchFamily="49" charset="0"/>
              </a:rPr>
              <a:t>Primary key </a:t>
            </a:r>
            <a:r>
              <a:rPr lang="en-US" sz="2000" smtClean="0">
                <a:latin typeface="Courier New" pitchFamily="49" charset="0"/>
                <a:cs typeface="Courier New" pitchFamily="49" charset="0"/>
              </a:rPr>
              <a:t>is roll no.</a:t>
            </a:r>
            <a:endParaRPr lang="en-US" sz="2000" dirty="0" smtClean="0">
              <a:latin typeface="Courier New" pitchFamily="49" charset="0"/>
              <a:cs typeface="Courier New" pitchFamily="49" charset="0"/>
            </a:endParaRPr>
          </a:p>
          <a:p>
            <a:pPr>
              <a:buNone/>
            </a:pPr>
            <a:endParaRPr lang="en-US" sz="2800" dirty="0" smtClean="0"/>
          </a:p>
          <a:p>
            <a:endParaRPr lang="en-US" sz="2800" dirty="0" smtClean="0"/>
          </a:p>
          <a:p>
            <a:pPr>
              <a:buNone/>
            </a:pPr>
            <a:r>
              <a:rPr lang="en-US" sz="2800" dirty="0" smtClean="0">
                <a:latin typeface="Courier New" pitchFamily="49" charset="0"/>
                <a:cs typeface="Courier New" pitchFamily="49" charset="0"/>
              </a:rPr>
              <a:t>	</a:t>
            </a:r>
            <a:endParaRPr lang="en-US" sz="2800" dirty="0" smtClean="0">
              <a:cs typeface="Courier New" pitchFamily="49" charset="0"/>
            </a:endParaRPr>
          </a:p>
          <a:p>
            <a:pPr eaLnBrk="1" hangingPunct="1">
              <a:buNone/>
            </a:pPr>
            <a:endParaRPr lang="en-US" sz="2800" dirty="0" smtClean="0">
              <a:cs typeface="Courier New" pitchFamily="49" charset="0"/>
            </a:endParaRP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0" y="0"/>
            <a:ext cx="7467600" cy="1143000"/>
          </a:xfrm>
        </p:spPr>
        <p:txBody>
          <a:bodyPr/>
          <a:lstStyle/>
          <a:p>
            <a:pPr eaLnBrk="1" fontAlgn="auto" hangingPunct="1">
              <a:spcAft>
                <a:spcPts val="0"/>
              </a:spcAft>
              <a:defRPr/>
            </a:pPr>
            <a:endParaRPr lang="en-US" dirty="0"/>
          </a:p>
        </p:txBody>
      </p:sp>
      <p:sp>
        <p:nvSpPr>
          <p:cNvPr id="36867" name="Rectangle 3"/>
          <p:cNvSpPr>
            <a:spLocks noGrp="1" noChangeArrowheads="1"/>
          </p:cNvSpPr>
          <p:nvPr>
            <p:ph idx="1"/>
          </p:nvPr>
        </p:nvSpPr>
        <p:spPr>
          <a:xfrm>
            <a:off x="2971800" y="3429001"/>
            <a:ext cx="5791200" cy="1447800"/>
          </a:xfrm>
        </p:spPr>
        <p:txBody>
          <a:bodyPr/>
          <a:lstStyle/>
          <a:p>
            <a:pPr>
              <a:buNone/>
            </a:pPr>
            <a:r>
              <a:rPr lang="en-US" sz="6600" i="1" dirty="0" smtClean="0">
                <a:latin typeface="Byington" pitchFamily="2" charset="0"/>
              </a:rPr>
              <a:t>Thank you</a:t>
            </a:r>
          </a:p>
          <a:p>
            <a:pPr>
              <a:buNone/>
            </a:pPr>
            <a:endParaRPr lang="en-US" sz="6600" dirty="0" smtClean="0"/>
          </a:p>
          <a:p>
            <a:endParaRPr lang="en-US" sz="6600" dirty="0" smtClean="0"/>
          </a:p>
          <a:p>
            <a:pPr>
              <a:buFont typeface="Wingdings" pitchFamily="2" charset="2"/>
              <a:buNone/>
            </a:pPr>
            <a:endParaRPr lang="en-US" sz="6600" dirty="0" smtClean="0"/>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Theme1">
  <a:themeElements>
    <a:clrScheme name="Custom 5">
      <a:dk1>
        <a:srgbClr val="FFFFFF"/>
      </a:dk1>
      <a:lt1>
        <a:sysClr val="window" lastClr="FFFFFF"/>
      </a:lt1>
      <a:dk2>
        <a:srgbClr val="002060"/>
      </a:dk2>
      <a:lt2>
        <a:srgbClr val="FFFFFF"/>
      </a:lt2>
      <a:accent1>
        <a:srgbClr val="FFFFFF"/>
      </a:accent1>
      <a:accent2>
        <a:srgbClr val="CCAF0A"/>
      </a:accent2>
      <a:accent3>
        <a:srgbClr val="FFFFFF"/>
      </a:accent3>
      <a:accent4>
        <a:srgbClr val="748560"/>
      </a:accent4>
      <a:accent5>
        <a:srgbClr val="9E9273"/>
      </a:accent5>
      <a:accent6>
        <a:srgbClr val="FFFFFF"/>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2318</TotalTime>
  <Words>1250</Words>
  <Application>Microsoft Office PowerPoint</Application>
  <PresentationFormat>On-screen Show (4:3)</PresentationFormat>
  <Paragraphs>437</Paragraphs>
  <Slides>37</Slides>
  <Notes>30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Theme1</vt:lpstr>
      <vt:lpstr>Screen Cobol</vt:lpstr>
      <vt:lpstr>Screen Cobol</vt:lpstr>
      <vt:lpstr>Screen Cobol</vt:lpstr>
      <vt:lpstr>SCOBOL program functions</vt:lpstr>
      <vt:lpstr>Pathway components</vt:lpstr>
      <vt:lpstr>PATHWAY COMPONENTS </vt:lpstr>
      <vt:lpstr>TCP</vt:lpstr>
      <vt:lpstr>Screen Cobol Divisions</vt:lpstr>
      <vt:lpstr>Program operating modes </vt:lpstr>
      <vt:lpstr>SCOBOL Program Structure </vt:lpstr>
      <vt:lpstr>IDENTIFICATION DIVISION</vt:lpstr>
      <vt:lpstr>ENVIRONMENT DIVISION</vt:lpstr>
      <vt:lpstr>DATA DIVISION</vt:lpstr>
      <vt:lpstr>WORKING-STORAGE SECTION</vt:lpstr>
      <vt:lpstr>LINKAGE SECTION  </vt:lpstr>
      <vt:lpstr>SCREEN SECTION</vt:lpstr>
      <vt:lpstr>Message section </vt:lpstr>
      <vt:lpstr>Level Numbers  </vt:lpstr>
      <vt:lpstr>Level numbers contd…</vt:lpstr>
      <vt:lpstr>Base Screen</vt:lpstr>
      <vt:lpstr>Overlay Screen</vt:lpstr>
      <vt:lpstr>ADVISORY Clause</vt:lpstr>
      <vt:lpstr>REDEFINES Clause</vt:lpstr>
      <vt:lpstr>Slide 24</vt:lpstr>
      <vt:lpstr>OCCURS Clause</vt:lpstr>
      <vt:lpstr>PICTURE Clause</vt:lpstr>
      <vt:lpstr>PROCEDURE DIVISION</vt:lpstr>
      <vt:lpstr>STATEMENT CATEGORIES..</vt:lpstr>
      <vt:lpstr>SCOBOL Statements </vt:lpstr>
      <vt:lpstr>SCOBOL Statements </vt:lpstr>
      <vt:lpstr>SEND Statement</vt:lpstr>
      <vt:lpstr>COMPILATION STEPS ..</vt:lpstr>
      <vt:lpstr>SCUP</vt:lpstr>
      <vt:lpstr>SCUP Usage</vt:lpstr>
      <vt:lpstr>SCUP Commands</vt:lpstr>
      <vt:lpstr>Practicals</vt:lpstr>
      <vt:lpstr>Slide 37</vt:lpstr>
    </vt:vector>
  </TitlesOfParts>
  <Company>Concerto</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Screen Cobol</dc:title>
  <dc:creator>CONCERTO_L02</dc:creator>
  <cp:lastModifiedBy>CONCERTO_L02</cp:lastModifiedBy>
  <cp:revision>169</cp:revision>
  <cp:lastPrinted>1601-01-01T00:00:00Z</cp:lastPrinted>
  <dcterms:created xsi:type="dcterms:W3CDTF">2004-08-13T04:53:50Z</dcterms:created>
  <dcterms:modified xsi:type="dcterms:W3CDTF">2011-06-09T14:41:33Z</dcterms:modified>
</cp:coreProperties>
</file>