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1" r:id="rId3"/>
    <p:sldMasterId id="2147483654" r:id="rId4"/>
  </p:sldMasterIdLst>
  <p:notesMasterIdLst>
    <p:notesMasterId r:id="rId19"/>
  </p:notesMasterIdLst>
  <p:sldIdLst>
    <p:sldId id="430" r:id="rId5"/>
    <p:sldId id="524" r:id="rId6"/>
    <p:sldId id="525" r:id="rId7"/>
    <p:sldId id="598" r:id="rId8"/>
    <p:sldId id="597" r:id="rId9"/>
    <p:sldId id="599" r:id="rId10"/>
    <p:sldId id="600" r:id="rId11"/>
    <p:sldId id="601" r:id="rId12"/>
    <p:sldId id="602" r:id="rId13"/>
    <p:sldId id="603" r:id="rId14"/>
    <p:sldId id="604" r:id="rId15"/>
    <p:sldId id="605" r:id="rId16"/>
    <p:sldId id="607" r:id="rId17"/>
    <p:sldId id="593" r:id="rId18"/>
  </p:sldIdLst>
  <p:sldSz cx="12192000" cy="6858000"/>
  <p:notesSz cx="6858000" cy="9144000"/>
  <p:defaultTextStyle>
    <a:defPPr>
      <a:defRPr lang="en-US"/>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1D1D1"/>
    <a:srgbClr val="B5B5B5"/>
    <a:srgbClr val="9A9A9A"/>
    <a:srgbClr val="818181"/>
    <a:srgbClr val="B8CDE8"/>
    <a:srgbClr val="84AEDC"/>
    <a:srgbClr val="5591C7"/>
    <a:srgbClr val="4679A7"/>
    <a:srgbClr val="E86F0E"/>
    <a:srgbClr val="6868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65" autoAdjust="0"/>
    <p:restoredTop sz="94434" autoAdjust="0"/>
  </p:normalViewPr>
  <p:slideViewPr>
    <p:cSldViewPr snapToGrid="0">
      <p:cViewPr varScale="1">
        <p:scale>
          <a:sx n="74" d="100"/>
          <a:sy n="74" d="100"/>
        </p:scale>
        <p:origin x="810" y="72"/>
      </p:cViewPr>
      <p:guideLst>
        <p:guide orient="horz" pos="2160"/>
        <p:guide pos="3840"/>
      </p:guideLst>
    </p:cSldViewPr>
  </p:slideViewPr>
  <p:notesTextViewPr>
    <p:cViewPr>
      <p:scale>
        <a:sx n="1" d="1"/>
        <a:sy n="1" d="1"/>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BF969C-9A7F-4A12-8509-DF708226FF76}" type="datetimeFigureOut">
              <a:rPr lang="en-IN" smtClean="0"/>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67331F-7EFA-42A4-93CA-88F3C9B52F23}" type="slidenum">
              <a:rPr lang="en-IN" smtClean="0"/>
            </a:fld>
            <a:endParaRPr lang="en-IN" dirty="0"/>
          </a:p>
        </p:txBody>
      </p:sp>
    </p:spTree>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946" y="1279678"/>
            <a:ext cx="12208946" cy="4320822"/>
          </a:xfrm>
          <a:prstGeom prst="rect">
            <a:avLst/>
          </a:prstGeom>
        </p:spPr>
      </p:pic>
      <p:sp>
        <p:nvSpPr>
          <p:cNvPr id="16" name="object 4"/>
          <p:cNvSpPr/>
          <p:nvPr userDrawn="1"/>
        </p:nvSpPr>
        <p:spPr>
          <a:xfrm>
            <a:off x="578527" y="950494"/>
            <a:ext cx="6718631" cy="4896853"/>
          </a:xfrm>
          <a:custGeom>
            <a:avLst/>
            <a:gdLst/>
            <a:ahLst/>
            <a:cxnLst/>
            <a:rect l="l" t="t" r="r" b="b"/>
            <a:pathLst>
              <a:path w="4722622" h="5255272">
                <a:moveTo>
                  <a:pt x="4722622" y="5255272"/>
                </a:moveTo>
                <a:lnTo>
                  <a:pt x="0" y="5255272"/>
                </a:lnTo>
                <a:lnTo>
                  <a:pt x="0" y="0"/>
                </a:lnTo>
                <a:lnTo>
                  <a:pt x="4722622" y="0"/>
                </a:lnTo>
                <a:lnTo>
                  <a:pt x="4722622" y="5255272"/>
                </a:lnTo>
                <a:close/>
              </a:path>
            </a:pathLst>
          </a:custGeom>
          <a:solidFill>
            <a:srgbClr val="1F6AAD">
              <a:alpha val="70000"/>
            </a:srgbClr>
          </a:solidFill>
        </p:spPr>
        <p:txBody>
          <a:bodyPr wrap="square" lIns="0" tIns="0" rIns="0" bIns="0" rtlCol="0">
            <a:noAutofit/>
          </a:bodyPr>
          <a:lstStyle/>
          <a:p>
            <a:endParaRPr dirty="0"/>
          </a:p>
        </p:txBody>
      </p:sp>
      <p:sp>
        <p:nvSpPr>
          <p:cNvPr id="18" name="Title 1"/>
          <p:cNvSpPr>
            <a:spLocks noGrp="1"/>
          </p:cNvSpPr>
          <p:nvPr>
            <p:ph type="title" hasCustomPrompt="1"/>
          </p:nvPr>
        </p:nvSpPr>
        <p:spPr>
          <a:xfrm>
            <a:off x="803492" y="1637411"/>
            <a:ext cx="5147365" cy="2273300"/>
          </a:xfrm>
          <a:prstGeom prst="rect">
            <a:avLst/>
          </a:prstGeom>
        </p:spPr>
        <p:txBody>
          <a:bodyPr lIns="91436" tIns="45718" rIns="91436" bIns="45718" anchor="t"/>
          <a:lstStyle>
            <a:lvl1pPr algn="l">
              <a:defRPr sz="5000" b="1">
                <a:solidFill>
                  <a:schemeClr val="bg1"/>
                </a:solidFill>
                <a:latin typeface="Raleway" panose="020B0503030101060003" pitchFamily="34" charset="0"/>
              </a:defRPr>
            </a:lvl1pPr>
          </a:lstStyle>
          <a:p>
            <a:r>
              <a:rPr lang="en-US" dirty="0"/>
              <a:t>CLICK TO EDIT MASTER STYLE</a:t>
            </a:r>
            <a:endParaRPr lang="en-US" dirty="0"/>
          </a:p>
        </p:txBody>
      </p:sp>
      <p:pic>
        <p:nvPicPr>
          <p:cNvPr id="19" name="Picture 1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59614" y="436136"/>
            <a:ext cx="1768860" cy="407406"/>
          </a:xfrm>
          <a:prstGeom prst="rect">
            <a:avLst/>
          </a:prstGeom>
        </p:spPr>
      </p:pic>
      <p:pic>
        <p:nvPicPr>
          <p:cNvPr id="20" name="Picture 1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3352" y="5947420"/>
            <a:ext cx="6723806" cy="67395"/>
          </a:xfrm>
          <a:prstGeom prst="rect">
            <a:avLst/>
          </a:prstGeom>
        </p:spPr>
      </p:pic>
      <p:sp>
        <p:nvSpPr>
          <p:cNvPr id="22" name="Subtitle 2"/>
          <p:cNvSpPr txBox="1"/>
          <p:nvPr userDrawn="1"/>
        </p:nvSpPr>
        <p:spPr>
          <a:xfrm>
            <a:off x="7903882" y="6329698"/>
            <a:ext cx="3624592" cy="349056"/>
          </a:xfrm>
          <a:prstGeom prst="rect">
            <a:avLst/>
          </a:prstGeom>
        </p:spPr>
        <p:txBody>
          <a:bodyPr lIns="91436" tIns="45718" rIns="91436" bIns="45718"/>
          <a:lstStyle>
            <a:lvl1pPr marL="0" indent="0" algn="l" rtl="0" eaLnBrk="1" fontAlgn="base" hangingPunct="1">
              <a:spcBef>
                <a:spcPts val="800"/>
              </a:spcBef>
              <a:spcAft>
                <a:spcPct val="0"/>
              </a:spcAft>
              <a:buClr>
                <a:srgbClr val="595959"/>
              </a:buClr>
              <a:buFont typeface="Wingdings" panose="05000000000000000000" pitchFamily="2" charset="2"/>
              <a:buNone/>
              <a:defRPr lang="en-US" sz="1200" kern="1200">
                <a:solidFill>
                  <a:schemeClr val="tx1"/>
                </a:solidFill>
                <a:latin typeface="Myriad Pro" pitchFamily="34" charset="0"/>
                <a:ea typeface="Myriad Pro" pitchFamily="34" charset="0"/>
                <a:cs typeface="Arial" panose="020B0604020202020204" pitchFamily="34" charset="0"/>
              </a:defRPr>
            </a:lvl1pPr>
            <a:lvl2pPr marL="609600" indent="0" algn="ctr" rtl="0" eaLnBrk="1" fontAlgn="base" hangingPunct="1">
              <a:spcBef>
                <a:spcPts val="800"/>
              </a:spcBef>
              <a:spcAft>
                <a:spcPct val="0"/>
              </a:spcAft>
              <a:buFont typeface="Arial" panose="020B0604020202020204" pitchFamily="34" charset="0"/>
              <a:buNone/>
              <a:defRPr lang="en-US"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2pPr>
            <a:lvl3pPr marL="1219200" indent="0" algn="ctr" rtl="0" eaLnBrk="1" fontAlgn="base" hangingPunct="1">
              <a:spcBef>
                <a:spcPts val="800"/>
              </a:spcBef>
              <a:spcAft>
                <a:spcPct val="0"/>
              </a:spcAft>
              <a:buSzPct val="125000"/>
              <a:buFont typeface="Arial" panose="020B0604020202020204" pitchFamily="34"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3pPr>
            <a:lvl4pPr marL="1828800" indent="0" algn="ctr" rtl="0" eaLnBrk="1" fontAlgn="base" hangingPunct="1">
              <a:spcBef>
                <a:spcPts val="800"/>
              </a:spcBef>
              <a:spcAft>
                <a:spcPct val="0"/>
              </a:spcAft>
              <a:buFont typeface="Courier New" panose="02070309020205020404" pitchFamily="49"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4pPr>
            <a:lvl5pPr marL="2438400" indent="0" algn="ctr" rtl="0" eaLnBrk="1" fontAlgn="base" hangingPunct="1">
              <a:spcBef>
                <a:spcPts val="800"/>
              </a:spcBef>
              <a:spcAft>
                <a:spcPct val="0"/>
              </a:spcAft>
              <a:buFont typeface="Arial" panose="020B0604020202020204" pitchFamily="34"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5pPr>
            <a:lvl6pPr marL="3048000"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6pPr>
            <a:lvl7pPr marL="3657600"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7pPr>
            <a:lvl8pPr marL="4266565"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8pPr>
            <a:lvl9pPr marL="4876165"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9pPr>
          </a:lstStyle>
          <a:p>
            <a:pPr algn="r" defTabSz="914400"/>
            <a:r>
              <a:rPr lang="en-IN" dirty="0">
                <a:solidFill>
                  <a:srgbClr val="1F6AAD"/>
                </a:solidFill>
              </a:rPr>
              <a:t>© 2015 Indegene. All rights reserved.</a:t>
            </a:r>
            <a:endParaRPr lang="bg-BG" dirty="0">
              <a:solidFill>
                <a:srgbClr val="1F6AAD"/>
              </a:solidFill>
            </a:endParaRPr>
          </a:p>
        </p:txBody>
      </p:sp>
      <p:pic>
        <p:nvPicPr>
          <p:cNvPr id="23" name="Picture 2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73351" y="6237851"/>
            <a:ext cx="4276385" cy="40859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Title without subtitle">
    <p:spTree>
      <p:nvGrpSpPr>
        <p:cNvPr id="1" name=""/>
        <p:cNvGrpSpPr/>
        <p:nvPr/>
      </p:nvGrpSpPr>
      <p:grpSpPr>
        <a:xfrm>
          <a:off x="0" y="0"/>
          <a:ext cx="0" cy="0"/>
          <a:chOff x="0" y="0"/>
          <a:chExt cx="0" cy="0"/>
        </a:xfrm>
      </p:grpSpPr>
      <p:sp>
        <p:nvSpPr>
          <p:cNvPr id="24" name="Title 1"/>
          <p:cNvSpPr txBox="1"/>
          <p:nvPr userDrawn="1"/>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anose="020B0604020202020204" pitchFamily="34" charset="0"/>
              </a:rPr>
            </a:fld>
            <a:endParaRPr lang="en-US" sz="1100" b="1" spc="-200" dirty="0">
              <a:solidFill>
                <a:srgbClr val="1F6AAD"/>
              </a:solidFill>
              <a:latin typeface="Myriad Pro" pitchFamily="34" charset="0"/>
              <a:cs typeface="Arial" panose="020B0604020202020204" pitchFamily="34" charset="0"/>
            </a:endParaRPr>
          </a:p>
        </p:txBody>
      </p:sp>
      <p:pic>
        <p:nvPicPr>
          <p:cNvPr id="25" name="Picture 5" descr="C:\Users\EAMEJIA\Desktop\Duckson\PNG Elements\controls.png">
            <a:hlinkClick r:id="" action="ppaction://hlinkshowjump?jump=previous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5" descr="C:\Users\EAMEJIA\Desktop\Duckson\PNG Elements\controls.png">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sp>
        <p:nvSpPr>
          <p:cNvPr id="27" name="Title 1"/>
          <p:cNvSpPr>
            <a:spLocks noGrp="1"/>
          </p:cNvSpPr>
          <p:nvPr>
            <p:ph type="ctrTitle"/>
          </p:nvPr>
        </p:nvSpPr>
        <p:spPr>
          <a:xfrm>
            <a:off x="375908" y="193414"/>
            <a:ext cx="11460491" cy="672075"/>
          </a:xfrm>
          <a:prstGeom prst="rect">
            <a:avLst/>
          </a:prstGeom>
        </p:spPr>
        <p:txBody>
          <a:bodyPr lIns="91436" tIns="45718" rIns="91436" bIns="45718"/>
          <a:lstStyle>
            <a:lvl1pPr algn="l">
              <a:defRPr lang="bg-BG" sz="3200" b="1" kern="1200" dirty="0">
                <a:solidFill>
                  <a:srgbClr val="1F6AAD"/>
                </a:solidFill>
                <a:latin typeface="Myriad Pro" pitchFamily="34" charset="0"/>
                <a:ea typeface="Myriad Pro" pitchFamily="34" charset="0"/>
                <a:cs typeface="Arial" panose="020B0604020202020204" pitchFamily="34" charset="0"/>
              </a:defRPr>
            </a:lvl1pPr>
          </a:lstStyle>
          <a:p>
            <a:r>
              <a:rPr lang="en-US" dirty="0"/>
              <a:t>Click to edit Master title style</a:t>
            </a:r>
            <a:endParaRPr lang="bg-BG" dirty="0"/>
          </a:p>
        </p:txBody>
      </p:sp>
      <p:pic>
        <p:nvPicPr>
          <p:cNvPr id="30" name="Picture 2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46" y="1279678"/>
            <a:ext cx="12208946" cy="4320822"/>
          </a:xfrm>
          <a:prstGeom prst="rect">
            <a:avLst/>
          </a:prstGeom>
        </p:spPr>
      </p:pic>
      <p:sp>
        <p:nvSpPr>
          <p:cNvPr id="16" name="object 4"/>
          <p:cNvSpPr/>
          <p:nvPr/>
        </p:nvSpPr>
        <p:spPr>
          <a:xfrm>
            <a:off x="578527" y="950494"/>
            <a:ext cx="6718631" cy="4896853"/>
          </a:xfrm>
          <a:custGeom>
            <a:avLst/>
            <a:gdLst/>
            <a:ahLst/>
            <a:cxnLst/>
            <a:rect l="l" t="t" r="r" b="b"/>
            <a:pathLst>
              <a:path w="4722622" h="5255272">
                <a:moveTo>
                  <a:pt x="4722622" y="5255272"/>
                </a:moveTo>
                <a:lnTo>
                  <a:pt x="0" y="5255272"/>
                </a:lnTo>
                <a:lnTo>
                  <a:pt x="0" y="0"/>
                </a:lnTo>
                <a:lnTo>
                  <a:pt x="4722622" y="0"/>
                </a:lnTo>
                <a:lnTo>
                  <a:pt x="4722622" y="5255272"/>
                </a:lnTo>
                <a:close/>
              </a:path>
            </a:pathLst>
          </a:custGeom>
          <a:solidFill>
            <a:srgbClr val="1F6AAD">
              <a:alpha val="70000"/>
            </a:srgbClr>
          </a:solidFill>
        </p:spPr>
        <p:txBody>
          <a:bodyPr wrap="square" lIns="0" tIns="0" rIns="0" bIns="0" rtlCol="0">
            <a:noAutofit/>
          </a:bodyPr>
          <a:lstStyle/>
          <a:p>
            <a:endParaRPr dirty="0"/>
          </a:p>
        </p:txBody>
      </p:sp>
      <p:sp>
        <p:nvSpPr>
          <p:cNvPr id="18" name="Title 1"/>
          <p:cNvSpPr>
            <a:spLocks noGrp="1"/>
          </p:cNvSpPr>
          <p:nvPr>
            <p:ph type="title" hasCustomPrompt="1"/>
          </p:nvPr>
        </p:nvSpPr>
        <p:spPr>
          <a:xfrm>
            <a:off x="803492" y="1637411"/>
            <a:ext cx="5147365" cy="2273300"/>
          </a:xfrm>
          <a:prstGeom prst="rect">
            <a:avLst/>
          </a:prstGeom>
        </p:spPr>
        <p:txBody>
          <a:bodyPr lIns="91436" tIns="45718" rIns="91436" bIns="45718" anchor="t"/>
          <a:lstStyle>
            <a:lvl1pPr algn="l">
              <a:defRPr sz="5000" b="1">
                <a:solidFill>
                  <a:schemeClr val="bg1"/>
                </a:solidFill>
                <a:latin typeface="Raleway" panose="020B0503030101060003" pitchFamily="34" charset="0"/>
              </a:defRPr>
            </a:lvl1pPr>
          </a:lstStyle>
          <a:p>
            <a:r>
              <a:rPr lang="en-US" dirty="0"/>
              <a:t>CLICK TO EDIT MASTER STYLE</a:t>
            </a:r>
            <a:endParaRPr lang="en-US" dirty="0"/>
          </a:p>
        </p:txBody>
      </p:sp>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9614" y="436136"/>
            <a:ext cx="1768860" cy="407406"/>
          </a:xfrm>
          <a:prstGeom prst="rect">
            <a:avLst/>
          </a:prstGeom>
        </p:spPr>
      </p:pic>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3352" y="5947420"/>
            <a:ext cx="6723806" cy="67395"/>
          </a:xfrm>
          <a:prstGeom prst="rect">
            <a:avLst/>
          </a:prstGeom>
        </p:spPr>
      </p:pic>
      <p:sp>
        <p:nvSpPr>
          <p:cNvPr id="22" name="Subtitle 2"/>
          <p:cNvSpPr txBox="1"/>
          <p:nvPr/>
        </p:nvSpPr>
        <p:spPr>
          <a:xfrm>
            <a:off x="7903882" y="6329698"/>
            <a:ext cx="3624592" cy="349056"/>
          </a:xfrm>
          <a:prstGeom prst="rect">
            <a:avLst/>
          </a:prstGeom>
        </p:spPr>
        <p:txBody>
          <a:bodyPr lIns="91436" tIns="45718" rIns="91436" bIns="45718"/>
          <a:lstStyle>
            <a:lvl1pPr marL="0" indent="0" algn="l" rtl="0" eaLnBrk="1" fontAlgn="base" hangingPunct="1">
              <a:spcBef>
                <a:spcPts val="800"/>
              </a:spcBef>
              <a:spcAft>
                <a:spcPct val="0"/>
              </a:spcAft>
              <a:buClr>
                <a:srgbClr val="595959"/>
              </a:buClr>
              <a:buFont typeface="Wingdings" panose="05000000000000000000" pitchFamily="2" charset="2"/>
              <a:buNone/>
              <a:defRPr lang="en-US" sz="1200" kern="1200">
                <a:solidFill>
                  <a:schemeClr val="tx1"/>
                </a:solidFill>
                <a:latin typeface="Myriad Pro" pitchFamily="34" charset="0"/>
                <a:ea typeface="Myriad Pro" pitchFamily="34" charset="0"/>
                <a:cs typeface="Arial" panose="020B0604020202020204" pitchFamily="34" charset="0"/>
              </a:defRPr>
            </a:lvl1pPr>
            <a:lvl2pPr marL="609600" indent="0" algn="ctr" rtl="0" eaLnBrk="1" fontAlgn="base" hangingPunct="1">
              <a:spcBef>
                <a:spcPts val="800"/>
              </a:spcBef>
              <a:spcAft>
                <a:spcPct val="0"/>
              </a:spcAft>
              <a:buFont typeface="Arial" panose="020B0604020202020204" pitchFamily="34" charset="0"/>
              <a:buNone/>
              <a:defRPr lang="en-US"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2pPr>
            <a:lvl3pPr marL="1219200" indent="0" algn="ctr" rtl="0" eaLnBrk="1" fontAlgn="base" hangingPunct="1">
              <a:spcBef>
                <a:spcPts val="800"/>
              </a:spcBef>
              <a:spcAft>
                <a:spcPct val="0"/>
              </a:spcAft>
              <a:buSzPct val="125000"/>
              <a:buFont typeface="Arial" panose="020B0604020202020204" pitchFamily="34"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3pPr>
            <a:lvl4pPr marL="1828800" indent="0" algn="ctr" rtl="0" eaLnBrk="1" fontAlgn="base" hangingPunct="1">
              <a:spcBef>
                <a:spcPts val="800"/>
              </a:spcBef>
              <a:spcAft>
                <a:spcPct val="0"/>
              </a:spcAft>
              <a:buFont typeface="Courier New" panose="02070309020205020404" pitchFamily="49"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4pPr>
            <a:lvl5pPr marL="2438400" indent="0" algn="ctr" rtl="0" eaLnBrk="1" fontAlgn="base" hangingPunct="1">
              <a:spcBef>
                <a:spcPts val="800"/>
              </a:spcBef>
              <a:spcAft>
                <a:spcPct val="0"/>
              </a:spcAft>
              <a:buFont typeface="Arial" panose="020B0604020202020204" pitchFamily="34"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5pPr>
            <a:lvl6pPr marL="3048000"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6pPr>
            <a:lvl7pPr marL="3657600"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7pPr>
            <a:lvl8pPr marL="4266565"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8pPr>
            <a:lvl9pPr marL="4876165"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9pPr>
          </a:lstStyle>
          <a:p>
            <a:pPr algn="r" defTabSz="914400"/>
            <a:r>
              <a:rPr lang="en-IN" dirty="0">
                <a:solidFill>
                  <a:srgbClr val="1F6AAD"/>
                </a:solidFill>
              </a:rPr>
              <a:t>© 2015 Indegene. All rights reserved.</a:t>
            </a:r>
            <a:endParaRPr lang="bg-BG" dirty="0">
              <a:solidFill>
                <a:srgbClr val="1F6AAD"/>
              </a:solidFill>
            </a:endParaRPr>
          </a:p>
        </p:txBody>
      </p:sp>
      <p:pic>
        <p:nvPicPr>
          <p:cNvPr id="23" name="Picture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3351" y="6237851"/>
            <a:ext cx="4276385" cy="408599"/>
          </a:xfrm>
          <a:prstGeom prst="rect">
            <a:avLst/>
          </a:prstGeom>
        </p:spPr>
      </p:pic>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946" y="1279678"/>
            <a:ext cx="12208946" cy="4320822"/>
          </a:xfrm>
          <a:prstGeom prst="rect">
            <a:avLst/>
          </a:prstGeom>
        </p:spPr>
      </p:pic>
      <p:sp>
        <p:nvSpPr>
          <p:cNvPr id="10" name="object 4"/>
          <p:cNvSpPr/>
          <p:nvPr userDrawn="1"/>
        </p:nvSpPr>
        <p:spPr>
          <a:xfrm>
            <a:off x="578527" y="950494"/>
            <a:ext cx="6718631" cy="4896853"/>
          </a:xfrm>
          <a:custGeom>
            <a:avLst/>
            <a:gdLst/>
            <a:ahLst/>
            <a:cxnLst/>
            <a:rect l="l" t="t" r="r" b="b"/>
            <a:pathLst>
              <a:path w="4722622" h="5255272">
                <a:moveTo>
                  <a:pt x="4722622" y="5255272"/>
                </a:moveTo>
                <a:lnTo>
                  <a:pt x="0" y="5255272"/>
                </a:lnTo>
                <a:lnTo>
                  <a:pt x="0" y="0"/>
                </a:lnTo>
                <a:lnTo>
                  <a:pt x="4722622" y="0"/>
                </a:lnTo>
                <a:lnTo>
                  <a:pt x="4722622" y="5255272"/>
                </a:lnTo>
                <a:close/>
              </a:path>
            </a:pathLst>
          </a:custGeom>
          <a:solidFill>
            <a:srgbClr val="1F6AAD">
              <a:alpha val="70000"/>
            </a:srgbClr>
          </a:solidFill>
        </p:spPr>
        <p:txBody>
          <a:bodyPr wrap="square" lIns="0" tIns="0" rIns="0" bIns="0" rtlCol="0">
            <a:noAutofit/>
          </a:bodyPr>
          <a:lstStyle/>
          <a:p>
            <a:endParaRPr dirty="0"/>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59614" y="436136"/>
            <a:ext cx="1768860" cy="407406"/>
          </a:xfrm>
          <a:prstGeom prst="rect">
            <a:avLst/>
          </a:prstGeom>
        </p:spPr>
      </p:pic>
      <p:pic>
        <p:nvPicPr>
          <p:cNvPr id="13" name="Picture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3352" y="5947420"/>
            <a:ext cx="6723806" cy="67395"/>
          </a:xfrm>
          <a:prstGeom prst="rect">
            <a:avLst/>
          </a:prstGeom>
        </p:spPr>
      </p:pic>
      <p:sp>
        <p:nvSpPr>
          <p:cNvPr id="14" name="Subtitle 2"/>
          <p:cNvSpPr txBox="1"/>
          <p:nvPr userDrawn="1"/>
        </p:nvSpPr>
        <p:spPr>
          <a:xfrm>
            <a:off x="7903882" y="6329698"/>
            <a:ext cx="3624592" cy="349056"/>
          </a:xfrm>
          <a:prstGeom prst="rect">
            <a:avLst/>
          </a:prstGeom>
        </p:spPr>
        <p:txBody>
          <a:bodyPr lIns="91436" tIns="45718" rIns="91436" bIns="45718"/>
          <a:lstStyle>
            <a:lvl1pPr marL="0" indent="0" algn="l" rtl="0" eaLnBrk="1" fontAlgn="base" hangingPunct="1">
              <a:spcBef>
                <a:spcPts val="800"/>
              </a:spcBef>
              <a:spcAft>
                <a:spcPct val="0"/>
              </a:spcAft>
              <a:buClr>
                <a:srgbClr val="595959"/>
              </a:buClr>
              <a:buFont typeface="Wingdings" panose="05000000000000000000" pitchFamily="2" charset="2"/>
              <a:buNone/>
              <a:defRPr lang="en-US" sz="1200" kern="1200">
                <a:solidFill>
                  <a:schemeClr val="tx1"/>
                </a:solidFill>
                <a:latin typeface="Myriad Pro" pitchFamily="34" charset="0"/>
                <a:ea typeface="Myriad Pro" pitchFamily="34" charset="0"/>
                <a:cs typeface="Arial" panose="020B0604020202020204" pitchFamily="34" charset="0"/>
              </a:defRPr>
            </a:lvl1pPr>
            <a:lvl2pPr marL="609600" indent="0" algn="ctr" rtl="0" eaLnBrk="1" fontAlgn="base" hangingPunct="1">
              <a:spcBef>
                <a:spcPts val="800"/>
              </a:spcBef>
              <a:spcAft>
                <a:spcPct val="0"/>
              </a:spcAft>
              <a:buFont typeface="Arial" panose="020B0604020202020204" pitchFamily="34" charset="0"/>
              <a:buNone/>
              <a:defRPr lang="en-US"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2pPr>
            <a:lvl3pPr marL="1219200" indent="0" algn="ctr" rtl="0" eaLnBrk="1" fontAlgn="base" hangingPunct="1">
              <a:spcBef>
                <a:spcPts val="800"/>
              </a:spcBef>
              <a:spcAft>
                <a:spcPct val="0"/>
              </a:spcAft>
              <a:buSzPct val="125000"/>
              <a:buFont typeface="Arial" panose="020B0604020202020204" pitchFamily="34"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3pPr>
            <a:lvl4pPr marL="1828800" indent="0" algn="ctr" rtl="0" eaLnBrk="1" fontAlgn="base" hangingPunct="1">
              <a:spcBef>
                <a:spcPts val="800"/>
              </a:spcBef>
              <a:spcAft>
                <a:spcPct val="0"/>
              </a:spcAft>
              <a:buFont typeface="Courier New" panose="02070309020205020404" pitchFamily="49"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4pPr>
            <a:lvl5pPr marL="2438400" indent="0" algn="ctr" rtl="0" eaLnBrk="1" fontAlgn="base" hangingPunct="1">
              <a:spcBef>
                <a:spcPts val="800"/>
              </a:spcBef>
              <a:spcAft>
                <a:spcPct val="0"/>
              </a:spcAft>
              <a:buFont typeface="Arial" panose="020B0604020202020204" pitchFamily="34" charset="0"/>
              <a:buNone/>
              <a:defRPr lang="en-US" sz="2100" kern="1200">
                <a:solidFill>
                  <a:schemeClr val="tx1">
                    <a:tint val="75000"/>
                  </a:schemeClr>
                </a:solidFill>
                <a:latin typeface="Arial" panose="020B0604020202020204" pitchFamily="34" charset="0"/>
                <a:ea typeface="MS PGothic" panose="020B0600070205080204" pitchFamily="34" charset="-128"/>
                <a:cs typeface="Arial" panose="020B0604020202020204" pitchFamily="34" charset="0"/>
              </a:defRPr>
            </a:lvl5pPr>
            <a:lvl6pPr marL="3048000"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6pPr>
            <a:lvl7pPr marL="3657600"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7pPr>
            <a:lvl8pPr marL="4266565"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8pPr>
            <a:lvl9pPr marL="4876165" indent="0" algn="ctr" defTabSz="1218565"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9pPr>
          </a:lstStyle>
          <a:p>
            <a:pPr algn="r" defTabSz="914400"/>
            <a:r>
              <a:rPr lang="en-IN" dirty="0">
                <a:solidFill>
                  <a:srgbClr val="1F6AAD"/>
                </a:solidFill>
              </a:rPr>
              <a:t>© 2015 Indegene. All rights reserved.</a:t>
            </a:r>
            <a:endParaRPr lang="bg-BG" dirty="0">
              <a:solidFill>
                <a:srgbClr val="1F6AAD"/>
              </a:solidFill>
            </a:endParaRPr>
          </a:p>
        </p:txBody>
      </p:sp>
      <p:pic>
        <p:nvPicPr>
          <p:cNvPr id="15" name="Picture 1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73351" y="6237851"/>
            <a:ext cx="4276385" cy="40859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Title without subtitle">
    <p:spTree>
      <p:nvGrpSpPr>
        <p:cNvPr id="1" name=""/>
        <p:cNvGrpSpPr/>
        <p:nvPr/>
      </p:nvGrpSpPr>
      <p:grpSpPr>
        <a:xfrm>
          <a:off x="0" y="0"/>
          <a:ext cx="0" cy="0"/>
          <a:chOff x="0" y="0"/>
          <a:chExt cx="0" cy="0"/>
        </a:xfrm>
      </p:grpSpPr>
      <p:sp>
        <p:nvSpPr>
          <p:cNvPr id="24" name="Title 1"/>
          <p:cNvSpPr txBox="1"/>
          <p:nvPr/>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anose="020B0604020202020204" pitchFamily="34" charset="0"/>
              </a:rPr>
            </a:fld>
            <a:endParaRPr lang="en-US" sz="1100" b="1" spc="-200" dirty="0">
              <a:solidFill>
                <a:srgbClr val="1F6AAD"/>
              </a:solidFill>
              <a:latin typeface="Myriad Pro" pitchFamily="34" charset="0"/>
              <a:cs typeface="Arial" panose="020B0604020202020204" pitchFamily="34" charset="0"/>
            </a:endParaRPr>
          </a:p>
        </p:txBody>
      </p:sp>
      <p:pic>
        <p:nvPicPr>
          <p:cNvPr id="25" name="Picture 5" descr="C:\Users\EAMEJIA\Desktop\Duckson\PNG Elements\controls.png">
            <a:hlinkClick r:id="" action="ppaction://hlinkshowjump?jump=previous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5" descr="C:\Users\EAMEJIA\Desktop\Duckson\PNG Elements\controls.png">
            <a:hlinkClick r:id="" action="ppaction://hlinkshowjump?jump=next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sp>
        <p:nvSpPr>
          <p:cNvPr id="27" name="Title 1"/>
          <p:cNvSpPr>
            <a:spLocks noGrp="1"/>
          </p:cNvSpPr>
          <p:nvPr>
            <p:ph type="ctrTitle"/>
          </p:nvPr>
        </p:nvSpPr>
        <p:spPr>
          <a:xfrm>
            <a:off x="375908" y="193414"/>
            <a:ext cx="11460491" cy="672075"/>
          </a:xfrm>
          <a:prstGeom prst="rect">
            <a:avLst/>
          </a:prstGeom>
        </p:spPr>
        <p:txBody>
          <a:bodyPr lIns="91436" tIns="45718" rIns="91436" bIns="45718"/>
          <a:lstStyle>
            <a:lvl1pPr algn="l">
              <a:defRPr lang="bg-BG" sz="3200" b="1" kern="1200" dirty="0">
                <a:solidFill>
                  <a:srgbClr val="1F6AAD"/>
                </a:solidFill>
                <a:latin typeface="Myriad Pro" pitchFamily="34" charset="0"/>
                <a:ea typeface="Myriad Pro" pitchFamily="34" charset="0"/>
                <a:cs typeface="Arial" panose="020B0604020202020204" pitchFamily="34" charset="0"/>
              </a:defRPr>
            </a:lvl1pPr>
          </a:lstStyle>
          <a:p>
            <a:r>
              <a:rPr lang="en-US"/>
              <a:t>Click to edit Master title style</a:t>
            </a:r>
            <a:endParaRPr lang="bg-BG" dirty="0"/>
          </a:p>
        </p:txBody>
      </p:sp>
      <p:pic>
        <p:nvPicPr>
          <p:cNvPr id="30" name="Picture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
        <p:nvSpPr>
          <p:cNvPr id="8" name="Title 1"/>
          <p:cNvSpPr txBox="1"/>
          <p:nvPr userDrawn="1"/>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anose="020B0604020202020204" pitchFamily="34" charset="0"/>
              </a:rPr>
            </a:fld>
            <a:endParaRPr lang="en-US" sz="1100" b="1" spc="-200" dirty="0">
              <a:solidFill>
                <a:srgbClr val="1F6AAD"/>
              </a:solidFill>
              <a:latin typeface="Myriad Pro" pitchFamily="34" charset="0"/>
              <a:cs typeface="Arial" panose="020B0604020202020204" pitchFamily="34" charset="0"/>
            </a:endParaRPr>
          </a:p>
        </p:txBody>
      </p:sp>
      <p:pic>
        <p:nvPicPr>
          <p:cNvPr id="10" name="Picture 5" descr="C:\Users\EAMEJIA\Desktop\Duckson\PNG Elements\controls.png">
            <a:hlinkClick r:id="" action="ppaction://hlinkshowjump?jump=previous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5" descr="C:\Users\EAMEJIA\Desktop\Duckson\PNG Elements\controls.png">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13" name="Picture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87325"/>
            <a:ext cx="10515600" cy="777875"/>
          </a:xfrm>
        </p:spPr>
        <p:txBody>
          <a:bodyPr>
            <a:normAutofit/>
          </a:bodyPr>
          <a:lstStyle>
            <a:lvl1pPr>
              <a:defRPr sz="3200">
                <a:latin typeface="Raleway" panose="020B0503030101060003" pitchFamily="34" charset="0"/>
              </a:defRPr>
            </a:lvl1pPr>
          </a:lstStyle>
          <a:p>
            <a:r>
              <a:rPr lang="en-US" dirty="0"/>
              <a:t>Click to edit Master title style</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11768"/>
            <a:ext cx="12192000" cy="746232"/>
          </a:xfrm>
          <a:prstGeom prst="rect">
            <a:avLst/>
          </a:prstGeom>
        </p:spPr>
      </p:pic>
      <p:sp>
        <p:nvSpPr>
          <p:cNvPr id="11" name="Slide Number Placeholder 10"/>
          <p:cNvSpPr>
            <a:spLocks noGrp="1"/>
          </p:cNvSpPr>
          <p:nvPr>
            <p:ph type="sldNum" sz="quarter" idx="12"/>
          </p:nvPr>
        </p:nvSpPr>
        <p:spPr>
          <a:xfrm>
            <a:off x="5727700" y="6302321"/>
            <a:ext cx="457200" cy="365125"/>
          </a:xfrm>
        </p:spPr>
        <p:txBody>
          <a:bodyPr/>
          <a:lstStyle>
            <a:lvl1pPr>
              <a:defRPr sz="1400" b="1">
                <a:solidFill>
                  <a:srgbClr val="0070C0"/>
                </a:solidFill>
                <a:latin typeface="Raleway" panose="020B0503030101060003" pitchFamily="34" charset="0"/>
              </a:defRPr>
            </a:lvl1pPr>
          </a:lstStyle>
          <a:p>
            <a:fld id="{D53A2CB9-B5A8-4900-A386-203D8D5C0F2B}" type="slidenum">
              <a:rPr lang="en-US" smtClean="0"/>
            </a:fld>
            <a:endParaRPr lang="en-US" dirty="0"/>
          </a:p>
        </p:txBody>
      </p:sp>
      <p:sp>
        <p:nvSpPr>
          <p:cNvPr id="13" name="Text Placeholder 12"/>
          <p:cNvSpPr>
            <a:spLocks noGrp="1"/>
          </p:cNvSpPr>
          <p:nvPr>
            <p:ph type="body" sz="quarter" idx="13"/>
          </p:nvPr>
        </p:nvSpPr>
        <p:spPr>
          <a:xfrm>
            <a:off x="457200" y="1206500"/>
            <a:ext cx="10515600" cy="4495800"/>
          </a:xfrm>
        </p:spPr>
        <p:txBody>
          <a:bodyPr/>
          <a:lstStyle>
            <a:lvl1pPr>
              <a:defRPr baseline="0">
                <a:latin typeface="Raleway" panose="020B0503030101060003" pitchFamily="34" charset="0"/>
              </a:defRPr>
            </a:lvl1pPr>
            <a:lvl2pPr>
              <a:defRPr baseline="0">
                <a:latin typeface="Raleway" panose="020B0503030101060003" pitchFamily="34" charset="0"/>
              </a:defRPr>
            </a:lvl2pPr>
            <a:lvl3pPr>
              <a:defRPr baseline="0">
                <a:latin typeface="Raleway" panose="020B0503030101060003" pitchFamily="34" charset="0"/>
              </a:defRPr>
            </a:lvl3pPr>
            <a:lvl4pPr>
              <a:defRPr baseline="0">
                <a:latin typeface="Raleway" panose="020B0503030101060003" pitchFamily="34" charset="0"/>
              </a:defRPr>
            </a:lvl4pPr>
            <a:lvl5pPr>
              <a:defRPr baseline="0">
                <a:latin typeface="Raleway" panose="020B0503030101060003"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0" name="Text Placeholder 19"/>
          <p:cNvSpPr>
            <a:spLocks noGrp="1"/>
          </p:cNvSpPr>
          <p:nvPr>
            <p:ph type="body" sz="quarter" idx="14" hasCustomPrompt="1"/>
          </p:nvPr>
        </p:nvSpPr>
        <p:spPr>
          <a:xfrm>
            <a:off x="457200" y="6302321"/>
            <a:ext cx="1536700" cy="355600"/>
          </a:xfrm>
        </p:spPr>
        <p:txBody>
          <a:bodyPr>
            <a:noAutofit/>
          </a:bodyPr>
          <a:lstStyle>
            <a:lvl1pPr marL="0" indent="0">
              <a:buNone/>
              <a:defRPr sz="2000">
                <a:latin typeface="Raleway" panose="020B0503030101060003" pitchFamily="34" charset="0"/>
              </a:defRPr>
            </a:lvl1pPr>
          </a:lstStyle>
          <a:p>
            <a:pPr lvl="0"/>
            <a:r>
              <a:rPr lang="en-US" dirty="0"/>
              <a:t>Topic</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3A2CB9-B5A8-4900-A386-203D8D5C0F2B}" type="slidenum">
              <a:rPr lang="en-US" smtClean="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2_Title without subtitle">
    <p:spTree>
      <p:nvGrpSpPr>
        <p:cNvPr id="1" name=""/>
        <p:cNvGrpSpPr/>
        <p:nvPr/>
      </p:nvGrpSpPr>
      <p:grpSpPr>
        <a:xfrm>
          <a:off x="0" y="0"/>
          <a:ext cx="0" cy="0"/>
          <a:chOff x="0" y="0"/>
          <a:chExt cx="0" cy="0"/>
        </a:xfrm>
      </p:grpSpPr>
      <p:sp>
        <p:nvSpPr>
          <p:cNvPr id="27" name="Title 1"/>
          <p:cNvSpPr>
            <a:spLocks noGrp="1"/>
          </p:cNvSpPr>
          <p:nvPr>
            <p:ph type="ctrTitle"/>
          </p:nvPr>
        </p:nvSpPr>
        <p:spPr>
          <a:xfrm>
            <a:off x="375908" y="193414"/>
            <a:ext cx="11460491" cy="672075"/>
          </a:xfrm>
          <a:prstGeom prst="rect">
            <a:avLst/>
          </a:prstGeom>
        </p:spPr>
        <p:txBody>
          <a:bodyPr lIns="91436" tIns="45718" rIns="91436" bIns="45718"/>
          <a:lstStyle>
            <a:lvl1pPr algn="l">
              <a:defRPr lang="bg-BG" sz="3200" b="1" kern="1200" dirty="0">
                <a:solidFill>
                  <a:srgbClr val="1F6AAD"/>
                </a:solidFill>
                <a:latin typeface="Myriad Pro" pitchFamily="34" charset="0"/>
                <a:ea typeface="Myriad Pro" pitchFamily="34" charset="0"/>
                <a:cs typeface="Arial" panose="020B0604020202020204" pitchFamily="34" charset="0"/>
              </a:defRPr>
            </a:lvl1pPr>
          </a:lstStyle>
          <a:p>
            <a:r>
              <a:rPr lang="en-US"/>
              <a:t>Click to edit Master title style</a:t>
            </a:r>
            <a:endParaRPr lang="bg-BG" dirty="0"/>
          </a:p>
        </p:txBody>
      </p:sp>
      <p:sp>
        <p:nvSpPr>
          <p:cNvPr id="8" name="Title 1"/>
          <p:cNvSpPr txBox="1"/>
          <p:nvPr/>
        </p:nvSpPr>
        <p:spPr>
          <a:xfrm>
            <a:off x="457784" y="6463838"/>
            <a:ext cx="425671" cy="238025"/>
          </a:xfrm>
          <a:prstGeom prst="rect">
            <a:avLst/>
          </a:prstGeom>
        </p:spPr>
        <p:txBody>
          <a:bodyPr vert="horz" lIns="121914" tIns="60957" rIns="121914" bIns="6095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fld id="{CCC7312D-DA9C-405E-A106-5335D83A4D1A}" type="slidenum">
              <a:rPr lang="en-US" sz="1600" b="1" spc="-200" smtClean="0">
                <a:solidFill>
                  <a:srgbClr val="1F6AAD"/>
                </a:solidFill>
                <a:latin typeface="Myriad Pro" pitchFamily="34" charset="0"/>
                <a:cs typeface="Arial" panose="020B0604020202020204" pitchFamily="34" charset="0"/>
              </a:rPr>
            </a:fld>
            <a:endParaRPr lang="en-US" sz="1100" b="1" spc="-200" dirty="0">
              <a:solidFill>
                <a:srgbClr val="1F6AAD"/>
              </a:solidFill>
              <a:latin typeface="Myriad Pro" pitchFamily="34" charset="0"/>
              <a:cs typeface="Arial" panose="020B0604020202020204" pitchFamily="34" charset="0"/>
            </a:endParaRPr>
          </a:p>
        </p:txBody>
      </p:sp>
      <p:pic>
        <p:nvPicPr>
          <p:cNvPr id="10" name="Picture 5" descr="C:\Users\EAMEJIA\Desktop\Duckson\PNG Elements\controls.png">
            <a:hlinkClick r:id="" action="ppaction://hlinkshowjump?jump=previous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80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5" descr="C:\Users\EAMEJIA\Desktop\Duckson\PNG Elements\controls.png">
            <a:hlinkClick r:id="" action="ppaction://hlinkshowjump?jump=nextslide"/>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85642" y="6495323"/>
            <a:ext cx="226693" cy="17568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64800" y="6314021"/>
            <a:ext cx="1371599" cy="315908"/>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5908" y="6145459"/>
            <a:ext cx="11460492" cy="8568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slideLayout" Target="../slideLayouts/slideLayout12.xml"/><Relationship Id="rId7" Type="http://schemas.openxmlformats.org/officeDocument/2006/relationships/slideLayout" Target="../slideLayouts/slideLayout11.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4" Type="http://schemas.openxmlformats.org/officeDocument/2006/relationships/theme" Target="../theme/theme3.xml"/><Relationship Id="rId13" Type="http://schemas.openxmlformats.org/officeDocument/2006/relationships/slideLayout" Target="../slideLayouts/slideLayout17.xml"/><Relationship Id="rId12" Type="http://schemas.openxmlformats.org/officeDocument/2006/relationships/slideLayout" Target="../slideLayouts/slideLayout16.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mc:Choice xmlns:p14="http://schemas.microsoft.com/office/powerpoint/2010/main" Requires="p14">
      <p:transition p14:dur="10"/>
    </mc:Choice>
    <mc:Fallback>
      <p:transition/>
    </mc:Fallback>
  </mc:AlternateContent>
  <p:hf hdr="0" ftr="0" dt="0"/>
  <p:txStyles>
    <p:titleStyle>
      <a:lvl1pPr algn="l" rtl="0" eaLnBrk="1" fontAlgn="base" hangingPunct="1">
        <a:spcBef>
          <a:spcPct val="0"/>
        </a:spcBef>
        <a:spcAft>
          <a:spcPct val="0"/>
        </a:spcAft>
        <a:defRPr lang="en-US" sz="3500" b="1" kern="1200" dirty="0">
          <a:solidFill>
            <a:srgbClr val="00B0F0"/>
          </a:solidFill>
          <a:latin typeface="Arial" panose="020B0604020202020204" pitchFamily="34" charset="0"/>
          <a:ea typeface="MS PGothic" panose="020B0600070205080204" pitchFamily="34" charset="-128"/>
          <a:cs typeface="Arial" panose="020B0604020202020204" pitchFamily="34" charset="0"/>
        </a:defRPr>
      </a:lvl1pPr>
      <a:lvl2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2pPr>
      <a:lvl3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3pPr>
      <a:lvl4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4pPr>
      <a:lvl5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5pPr>
      <a:lvl6pPr marL="6096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6pPr>
      <a:lvl7pPr marL="12192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7pPr>
      <a:lvl8pPr marL="18288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8pPr>
      <a:lvl9pPr marL="24384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9pPr>
    </p:titleStyle>
    <p:bodyStyle>
      <a:lvl1pPr marL="304800" indent="-304800" algn="l" rtl="0" eaLnBrk="1" fontAlgn="base" hangingPunct="1">
        <a:spcBef>
          <a:spcPts val="800"/>
        </a:spcBef>
        <a:spcAft>
          <a:spcPct val="0"/>
        </a:spcAft>
        <a:buClr>
          <a:srgbClr val="595959"/>
        </a:buClr>
        <a:buFont typeface="Wingdings" panose="05000000000000000000" pitchFamily="2" charset="2"/>
        <a:buChar char="§"/>
        <a:defRPr lang="en-US" sz="2700" kern="1200">
          <a:solidFill>
            <a:srgbClr val="595959"/>
          </a:solidFill>
          <a:latin typeface="Arial" panose="020B0604020202020204" pitchFamily="34" charset="0"/>
          <a:ea typeface="MS PGothic" panose="020B0600070205080204" pitchFamily="34" charset="-128"/>
          <a:cs typeface="Arial" panose="020B0604020202020204" pitchFamily="34" charset="0"/>
        </a:defRPr>
      </a:lvl1pPr>
      <a:lvl2pPr marL="609600" indent="-304800" algn="l" rtl="0" eaLnBrk="1" fontAlgn="base" hangingPunct="1">
        <a:spcBef>
          <a:spcPts val="800"/>
        </a:spcBef>
        <a:spcAft>
          <a:spcPct val="0"/>
        </a:spcAft>
        <a:buFont typeface="Arial" panose="020B0604020202020204" pitchFamily="34" charset="0"/>
        <a:buChar char="–"/>
        <a:defRPr lang="en-US" kern="1200">
          <a:solidFill>
            <a:srgbClr val="595959"/>
          </a:solidFill>
          <a:latin typeface="Arial" panose="020B0604020202020204" pitchFamily="34" charset="0"/>
          <a:ea typeface="MS PGothic" panose="020B0600070205080204" pitchFamily="34" charset="-128"/>
          <a:cs typeface="Arial" panose="020B0604020202020204" pitchFamily="34" charset="0"/>
        </a:defRPr>
      </a:lvl2pPr>
      <a:lvl3pPr marL="914400" indent="-304800" algn="l" rtl="0" eaLnBrk="1" fontAlgn="base" hangingPunct="1">
        <a:spcBef>
          <a:spcPts val="800"/>
        </a:spcBef>
        <a:spcAft>
          <a:spcPct val="0"/>
        </a:spcAft>
        <a:buSzPct val="125000"/>
        <a:buFont typeface="Arial" panose="020B0604020202020204" pitchFamily="34" charset="0"/>
        <a:buChar char="•"/>
        <a:defRPr lang="en-US" sz="2100" kern="1200">
          <a:solidFill>
            <a:srgbClr val="595959"/>
          </a:solidFill>
          <a:latin typeface="Arial" panose="020B0604020202020204" pitchFamily="34" charset="0"/>
          <a:ea typeface="MS PGothic" panose="020B0600070205080204" pitchFamily="34" charset="-128"/>
          <a:cs typeface="Arial" panose="020B0604020202020204" pitchFamily="34" charset="0"/>
        </a:defRPr>
      </a:lvl3pPr>
      <a:lvl4pPr marL="1219200" indent="-304800" algn="l" rtl="0" eaLnBrk="1" fontAlgn="base" hangingPunct="1">
        <a:spcBef>
          <a:spcPts val="800"/>
        </a:spcBef>
        <a:spcAft>
          <a:spcPct val="0"/>
        </a:spcAft>
        <a:buFont typeface="Courier New" panose="02070309020205020404" pitchFamily="49" charset="0"/>
        <a:buChar char="o"/>
        <a:defRPr lang="en-US" sz="2100" kern="1200">
          <a:solidFill>
            <a:srgbClr val="595959"/>
          </a:solidFill>
          <a:latin typeface="Arial" panose="020B0604020202020204" pitchFamily="34" charset="0"/>
          <a:ea typeface="MS PGothic" panose="020B0600070205080204" pitchFamily="34" charset="-128"/>
          <a:cs typeface="Arial" panose="020B0604020202020204" pitchFamily="34" charset="0"/>
        </a:defRPr>
      </a:lvl4pPr>
      <a:lvl5pPr marL="1524000" indent="-304800" algn="l" rtl="0" eaLnBrk="1" fontAlgn="base" hangingPunct="1">
        <a:spcBef>
          <a:spcPts val="800"/>
        </a:spcBef>
        <a:spcAft>
          <a:spcPct val="0"/>
        </a:spcAft>
        <a:buFont typeface="Arial" panose="020B0604020202020204" pitchFamily="34" charset="0"/>
        <a:buChar char="»"/>
        <a:defRPr lang="en-US" sz="2100" kern="1200">
          <a:solidFill>
            <a:srgbClr val="595959"/>
          </a:solidFill>
          <a:latin typeface="Arial" panose="020B0604020202020204" pitchFamily="34" charset="0"/>
          <a:ea typeface="MS PGothic" panose="020B0600070205080204" pitchFamily="34" charset="-128"/>
          <a:cs typeface="Arial" panose="020B0604020202020204" pitchFamily="34" charset="0"/>
        </a:defRPr>
      </a:lvl5pPr>
      <a:lvl6pPr marL="33528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6565" algn="l" defTabSz="1218565" rtl="0" eaLnBrk="1" latinLnBrk="0" hangingPunct="1">
        <a:defRPr sz="2400" kern="1200">
          <a:solidFill>
            <a:schemeClr val="tx1"/>
          </a:solidFill>
          <a:latin typeface="+mn-lt"/>
          <a:ea typeface="+mn-ea"/>
          <a:cs typeface="+mn-cs"/>
        </a:defRPr>
      </a:lvl8pPr>
      <a:lvl9pPr marL="4876165" algn="l" defTabSz="121856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mc:AlternateContent xmlns:mc="http://schemas.openxmlformats.org/markup-compatibility/2006">
    <mc:Choice xmlns:p14="http://schemas.microsoft.com/office/powerpoint/2010/main" Requires="p14">
      <p:transition p14:dur="10"/>
    </mc:Choice>
    <mc:Fallback>
      <p:transition/>
    </mc:Fallback>
  </mc:AlternateContent>
  <p:hf hdr="0" ftr="0" dt="0"/>
  <p:txStyles>
    <p:titleStyle>
      <a:lvl1pPr algn="l" rtl="0" eaLnBrk="1" fontAlgn="base" hangingPunct="1">
        <a:spcBef>
          <a:spcPct val="0"/>
        </a:spcBef>
        <a:spcAft>
          <a:spcPct val="0"/>
        </a:spcAft>
        <a:defRPr lang="en-US" sz="3500" b="1" kern="1200" dirty="0">
          <a:solidFill>
            <a:srgbClr val="00B0F0"/>
          </a:solidFill>
          <a:latin typeface="Arial" panose="020B0604020202020204" pitchFamily="34" charset="0"/>
          <a:ea typeface="MS PGothic" panose="020B0600070205080204" pitchFamily="34" charset="-128"/>
          <a:cs typeface="Arial" panose="020B0604020202020204" pitchFamily="34" charset="0"/>
        </a:defRPr>
      </a:lvl1pPr>
      <a:lvl2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2pPr>
      <a:lvl3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3pPr>
      <a:lvl4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4pPr>
      <a:lvl5pPr algn="l" rtl="0" eaLnBrk="1" fontAlgn="base" hangingPunct="1">
        <a:spcBef>
          <a:spcPct val="0"/>
        </a:spcBef>
        <a:spcAft>
          <a:spcPct val="0"/>
        </a:spcAft>
        <a:defRPr sz="3500" b="1">
          <a:solidFill>
            <a:srgbClr val="00B0F0"/>
          </a:solidFill>
          <a:latin typeface="Arial" panose="020B0604020202020204" pitchFamily="34" charset="0"/>
          <a:ea typeface="MS PGothic" panose="020B0600070205080204" pitchFamily="34" charset="-128"/>
          <a:cs typeface="Arial" panose="020B0604020202020204" pitchFamily="34" charset="0"/>
        </a:defRPr>
      </a:lvl5pPr>
      <a:lvl6pPr marL="6096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6pPr>
      <a:lvl7pPr marL="12192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7pPr>
      <a:lvl8pPr marL="18288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8pPr>
      <a:lvl9pPr marL="2438400" algn="l" rtl="0" eaLnBrk="1" fontAlgn="base" hangingPunct="1">
        <a:spcBef>
          <a:spcPct val="0"/>
        </a:spcBef>
        <a:spcAft>
          <a:spcPct val="0"/>
        </a:spcAft>
        <a:defRPr sz="5900">
          <a:solidFill>
            <a:srgbClr val="00B0F0"/>
          </a:solidFill>
          <a:latin typeface="Arial" panose="020B0604020202020204" pitchFamily="34" charset="0"/>
          <a:ea typeface="MS PGothic" panose="020B0600070205080204" pitchFamily="34" charset="-128"/>
        </a:defRPr>
      </a:lvl9pPr>
    </p:titleStyle>
    <p:bodyStyle>
      <a:lvl1pPr marL="304800" indent="-304800" algn="l" rtl="0" eaLnBrk="1" fontAlgn="base" hangingPunct="1">
        <a:spcBef>
          <a:spcPts val="800"/>
        </a:spcBef>
        <a:spcAft>
          <a:spcPct val="0"/>
        </a:spcAft>
        <a:buClr>
          <a:srgbClr val="595959"/>
        </a:buClr>
        <a:buFont typeface="Wingdings" panose="05000000000000000000" pitchFamily="2" charset="2"/>
        <a:buChar char="§"/>
        <a:defRPr lang="en-US" sz="2700" kern="1200">
          <a:solidFill>
            <a:srgbClr val="595959"/>
          </a:solidFill>
          <a:latin typeface="Arial" panose="020B0604020202020204" pitchFamily="34" charset="0"/>
          <a:ea typeface="MS PGothic" panose="020B0600070205080204" pitchFamily="34" charset="-128"/>
          <a:cs typeface="Arial" panose="020B0604020202020204" pitchFamily="34" charset="0"/>
        </a:defRPr>
      </a:lvl1pPr>
      <a:lvl2pPr marL="609600" indent="-304800" algn="l" rtl="0" eaLnBrk="1" fontAlgn="base" hangingPunct="1">
        <a:spcBef>
          <a:spcPts val="800"/>
        </a:spcBef>
        <a:spcAft>
          <a:spcPct val="0"/>
        </a:spcAft>
        <a:buFont typeface="Arial" panose="020B0604020202020204" pitchFamily="34" charset="0"/>
        <a:buChar char="–"/>
        <a:defRPr lang="en-US" kern="1200">
          <a:solidFill>
            <a:srgbClr val="595959"/>
          </a:solidFill>
          <a:latin typeface="Arial" panose="020B0604020202020204" pitchFamily="34" charset="0"/>
          <a:ea typeface="MS PGothic" panose="020B0600070205080204" pitchFamily="34" charset="-128"/>
          <a:cs typeface="Arial" panose="020B0604020202020204" pitchFamily="34" charset="0"/>
        </a:defRPr>
      </a:lvl2pPr>
      <a:lvl3pPr marL="914400" indent="-304800" algn="l" rtl="0" eaLnBrk="1" fontAlgn="base" hangingPunct="1">
        <a:spcBef>
          <a:spcPts val="800"/>
        </a:spcBef>
        <a:spcAft>
          <a:spcPct val="0"/>
        </a:spcAft>
        <a:buSzPct val="125000"/>
        <a:buFont typeface="Arial" panose="020B0604020202020204" pitchFamily="34" charset="0"/>
        <a:buChar char="•"/>
        <a:defRPr lang="en-US" sz="2100" kern="1200">
          <a:solidFill>
            <a:srgbClr val="595959"/>
          </a:solidFill>
          <a:latin typeface="Arial" panose="020B0604020202020204" pitchFamily="34" charset="0"/>
          <a:ea typeface="MS PGothic" panose="020B0600070205080204" pitchFamily="34" charset="-128"/>
          <a:cs typeface="Arial" panose="020B0604020202020204" pitchFamily="34" charset="0"/>
        </a:defRPr>
      </a:lvl3pPr>
      <a:lvl4pPr marL="1219200" indent="-304800" algn="l" rtl="0" eaLnBrk="1" fontAlgn="base" hangingPunct="1">
        <a:spcBef>
          <a:spcPts val="800"/>
        </a:spcBef>
        <a:spcAft>
          <a:spcPct val="0"/>
        </a:spcAft>
        <a:buFont typeface="Courier New" panose="02070309020205020404" pitchFamily="49" charset="0"/>
        <a:buChar char="o"/>
        <a:defRPr lang="en-US" sz="2100" kern="1200">
          <a:solidFill>
            <a:srgbClr val="595959"/>
          </a:solidFill>
          <a:latin typeface="Arial" panose="020B0604020202020204" pitchFamily="34" charset="0"/>
          <a:ea typeface="MS PGothic" panose="020B0600070205080204" pitchFamily="34" charset="-128"/>
          <a:cs typeface="Arial" panose="020B0604020202020204" pitchFamily="34" charset="0"/>
        </a:defRPr>
      </a:lvl4pPr>
      <a:lvl5pPr marL="1524000" indent="-304800" algn="l" rtl="0" eaLnBrk="1" fontAlgn="base" hangingPunct="1">
        <a:spcBef>
          <a:spcPts val="800"/>
        </a:spcBef>
        <a:spcAft>
          <a:spcPct val="0"/>
        </a:spcAft>
        <a:buFont typeface="Arial" panose="020B0604020202020204" pitchFamily="34" charset="0"/>
        <a:buChar char="»"/>
        <a:defRPr lang="en-US" sz="2100" kern="1200">
          <a:solidFill>
            <a:srgbClr val="595959"/>
          </a:solidFill>
          <a:latin typeface="Arial" panose="020B0604020202020204" pitchFamily="34" charset="0"/>
          <a:ea typeface="MS PGothic" panose="020B0600070205080204" pitchFamily="34" charset="-128"/>
          <a:cs typeface="Arial" panose="020B0604020202020204" pitchFamily="34" charset="0"/>
        </a:defRPr>
      </a:lvl5pPr>
      <a:lvl6pPr marL="33528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6565" algn="l" defTabSz="1218565" rtl="0" eaLnBrk="1" latinLnBrk="0" hangingPunct="1">
        <a:defRPr sz="2400" kern="1200">
          <a:solidFill>
            <a:schemeClr val="tx1"/>
          </a:solidFill>
          <a:latin typeface="+mn-lt"/>
          <a:ea typeface="+mn-ea"/>
          <a:cs typeface="+mn-cs"/>
        </a:defRPr>
      </a:lvl8pPr>
      <a:lvl9pPr marL="4876165" algn="l" defTabSz="121856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3A2CB9-B5A8-4900-A386-203D8D5C0F2B}"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ctrTitle"/>
          </p:nvPr>
        </p:nvSpPr>
        <p:spPr>
          <a:xfrm>
            <a:off x="1154955" y="2099733"/>
            <a:ext cx="8825658" cy="2677648"/>
          </a:xfrm>
        </p:spPr>
        <p:txBody>
          <a:bodyPr/>
          <a:lstStyle/>
          <a:p>
            <a:r>
              <a:rPr lang="en-IN" dirty="0">
                <a:solidFill>
                  <a:schemeClr val="bg1"/>
                </a:solidFill>
              </a:rPr>
              <a:t>DDL  </a:t>
            </a:r>
            <a:r>
              <a:rPr lang="en-IN" sz="1800" dirty="0">
                <a:solidFill>
                  <a:schemeClr val="bg2"/>
                </a:solidFill>
              </a:rPr>
              <a:t>(</a:t>
            </a:r>
            <a:r>
              <a:rPr lang="en-US" altLang="zh-CN" sz="1800" dirty="0">
                <a:solidFill>
                  <a:schemeClr val="bg2"/>
                </a:solidFill>
              </a:rPr>
              <a:t>Data Definition Language)</a:t>
            </a:r>
            <a:br>
              <a:rPr lang="en-US" altLang="zh-CN" sz="1800" dirty="0">
                <a:solidFill>
                  <a:schemeClr val="bg2"/>
                </a:solidFill>
              </a:rPr>
            </a:br>
            <a:endParaRPr lang="en-IN" sz="1800" dirty="0">
              <a:solidFill>
                <a:schemeClr val="bg1"/>
              </a:solidFill>
            </a:endParaRPr>
          </a:p>
        </p:txBody>
      </p:sp>
      <p:sp>
        <p:nvSpPr>
          <p:cNvPr id="7" name="Subtitle 2"/>
          <p:cNvSpPr txBox="1"/>
          <p:nvPr/>
        </p:nvSpPr>
        <p:spPr>
          <a:xfrm>
            <a:off x="1154955" y="4777380"/>
            <a:ext cx="8825658" cy="8614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solidFill>
                  <a:schemeClr val="bg1"/>
                </a:solidFill>
              </a:rPr>
              <a:t>Version 1.0</a:t>
            </a:r>
            <a:endParaRPr lang="en-IN"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IN" b="1" dirty="0">
                <a:solidFill>
                  <a:srgbClr val="1F6AAD"/>
                </a:solidFill>
                <a:ea typeface="Myriad Pro" pitchFamily="34" charset="0"/>
                <a:cs typeface="Arial" panose="020B0604020202020204" pitchFamily="34" charset="0"/>
              </a:rPr>
              <a:t>Restriction on disclosure</a:t>
            </a:r>
            <a:endParaRPr lang="en-US" dirty="0"/>
          </a:p>
        </p:txBody>
      </p:sp>
      <p:sp>
        <p:nvSpPr>
          <p:cNvPr id="3" name="Slide Number Placeholder 2"/>
          <p:cNvSpPr>
            <a:spLocks noGrp="1"/>
          </p:cNvSpPr>
          <p:nvPr>
            <p:ph type="sldNum" sz="quarter" idx="12"/>
          </p:nvPr>
        </p:nvSpPr>
        <p:spPr>
          <a:xfrm>
            <a:off x="5727700" y="6302321"/>
            <a:ext cx="457200" cy="365125"/>
          </a:xfrm>
        </p:spPr>
        <p:txBody>
          <a:bodyPr/>
          <a:lstStyle/>
          <a:p>
            <a:pPr algn="ctr"/>
            <a:fld id="{D53A2CB9-B5A8-4900-A386-203D8D5C0F2B}" type="slidenum">
              <a:rPr lang="en-US" smtClean="0"/>
            </a:fld>
            <a:endParaRPr lang="en-US" dirty="0"/>
          </a:p>
        </p:txBody>
      </p:sp>
      <p:sp>
        <p:nvSpPr>
          <p:cNvPr id="4" name="Rectangle 3"/>
          <p:cNvSpPr/>
          <p:nvPr/>
        </p:nvSpPr>
        <p:spPr>
          <a:xfrm>
            <a:off x="577755" y="1154037"/>
            <a:ext cx="9767248" cy="1526444"/>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sz="1600" dirty="0">
                <a:solidFill>
                  <a:srgbClr val="7030A0"/>
                </a:solidFill>
                <a:latin typeface="Raleway" panose="020B0503030101060003" pitchFamily="34" charset="0"/>
                <a:ea typeface="Calibri" panose="020F0502020204030204" pitchFamily="34" charset="0"/>
                <a:cs typeface="Andalus" panose="02020603050405020304" pitchFamily="18" charset="-78"/>
              </a:rPr>
              <a:t>The information (data) contained in this document constitutes confidential information of Concerto Software and Systems Private Limited. In consideration of receipt of this document, the recipient agrees to maintain such information in confidence. This document shall not be disclosed, used or duplicated, in whole or in part, for any purpose.</a:t>
            </a:r>
            <a:endParaRPr lang="en-US" sz="2800" dirty="0">
              <a:solidFill>
                <a:srgbClr val="7030A0"/>
              </a:solidFill>
              <a:latin typeface="Raleway" panose="020B0503030101060003" pitchFamily="34" charset="0"/>
              <a:cs typeface="Andalus" panose="02020603050405020304" pitchFamily="18" charset="-7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solidFill>
                  <a:srgbClr val="1F6AAD"/>
                </a:solidFill>
                <a:cs typeface="Arial" panose="020B0604020202020204" pitchFamily="34" charset="0"/>
              </a:rPr>
              <a:t>Overview </a:t>
            </a:r>
            <a:endParaRPr lang="en-US" b="1" dirty="0">
              <a:solidFill>
                <a:srgbClr val="1F6AAD"/>
              </a:solidFill>
              <a:cs typeface="Arial" panose="020B0604020202020204" pitchFamily="34" charset="0"/>
            </a:endParaRPr>
          </a:p>
        </p:txBody>
      </p:sp>
      <p:sp>
        <p:nvSpPr>
          <p:cNvPr id="3" name="Slide Number Placeholder 2"/>
          <p:cNvSpPr>
            <a:spLocks noGrp="1"/>
          </p:cNvSpPr>
          <p:nvPr>
            <p:ph type="sldNum" sz="quarter" idx="12"/>
          </p:nvPr>
        </p:nvSpPr>
        <p:spPr/>
        <p:txBody>
          <a:bodyPr vert="horz" lIns="91440" tIns="45720" rIns="91440" bIns="45720" rtlCol="0" anchor="ctr"/>
          <a:lstStyle/>
          <a:p>
            <a:pPr algn="ctr"/>
            <a:fld id="{D53A2CB9-B5A8-4900-A386-203D8D5C0F2B}" type="slidenum">
              <a:rPr lang="en-US"/>
            </a:fld>
            <a:endParaRPr lang="en-US" dirty="0"/>
          </a:p>
        </p:txBody>
      </p:sp>
      <p:sp>
        <p:nvSpPr>
          <p:cNvPr id="6" name="Content Placeholder 2"/>
          <p:cNvSpPr txBox="1"/>
          <p:nvPr/>
        </p:nvSpPr>
        <p:spPr>
          <a:xfrm>
            <a:off x="683490" y="1485922"/>
            <a:ext cx="10695709" cy="37049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19100" indent="-382905">
              <a:buFont typeface="Wingdings 2" panose="05020102010507070707" pitchFamily="18" charset="2"/>
              <a:buChar char=""/>
            </a:pPr>
            <a:r>
              <a:rPr lang="en-US" altLang="zh-CN" sz="1600" dirty="0">
                <a:latin typeface="Raleway" panose="020B0003030101060003"/>
              </a:rPr>
              <a:t>The Data Definition Language (DDL) product enables you to define data objects in </a:t>
            </a:r>
            <a:r>
              <a:rPr lang="en-US" altLang="zh-CN" sz="1600" dirty="0" err="1">
                <a:latin typeface="Raleway" panose="020B0003030101060003"/>
              </a:rPr>
              <a:t>Enscribe</a:t>
            </a:r>
            <a:r>
              <a:rPr lang="en-US" altLang="zh-CN" sz="1600" dirty="0">
                <a:latin typeface="Raleway" panose="020B0003030101060003"/>
              </a:rPr>
              <a:t> files and to translate these object definitions into source code for programming languages and other products on </a:t>
            </a:r>
            <a:r>
              <a:rPr lang="en-US" altLang="zh-CN" sz="1600" dirty="0" err="1">
                <a:latin typeface="Raleway" panose="020B0003030101060003"/>
              </a:rPr>
              <a:t>NonStop</a:t>
            </a:r>
            <a:r>
              <a:rPr lang="en-US" altLang="zh-CN" sz="1600" dirty="0">
                <a:latin typeface="Raleway" panose="020B0003030101060003"/>
              </a:rPr>
              <a:t> systems.</a:t>
            </a:r>
            <a:endParaRPr lang="en-US" altLang="zh-CN" sz="1600" dirty="0">
              <a:latin typeface="Raleway" panose="020B0003030101060003"/>
            </a:endParaRPr>
          </a:p>
          <a:p>
            <a:pPr marL="419100" indent="-382905">
              <a:buFont typeface="Wingdings 2" panose="05020102010507070707" pitchFamily="18" charset="2"/>
              <a:buChar char=""/>
            </a:pPr>
            <a:endParaRPr lang="en-US" altLang="zh-CN" sz="1600" dirty="0">
              <a:latin typeface="Raleway" panose="020B0003030101060003"/>
            </a:endParaRPr>
          </a:p>
          <a:p>
            <a:pPr marL="419100" indent="-382905">
              <a:buFont typeface="Wingdings 2" panose="05020102010507070707" pitchFamily="18" charset="2"/>
              <a:buChar char=""/>
            </a:pPr>
            <a:r>
              <a:rPr lang="en-US" altLang="zh-CN" sz="1600" dirty="0">
                <a:latin typeface="Raleway" panose="020B0003030101060003"/>
              </a:rPr>
              <a:t>The DDL program compiles object definitions and generates any requested output from the compiled definitions. Depending on which compiler commands you enter, DDL builds a dictionary from the definitions, translates the definitions into File Utility Program (FUP) commands, or generates object-definition source code in one or more programming languages.</a:t>
            </a:r>
            <a:endParaRPr lang="en-US" altLang="zh-CN" sz="1600" dirty="0">
              <a:latin typeface="Raleway" panose="020B0003030101060003"/>
            </a:endParaRPr>
          </a:p>
          <a:p>
            <a:pPr>
              <a:lnSpc>
                <a:spcPct val="100000"/>
              </a:lnSpc>
              <a:spcBef>
                <a:spcPts val="600"/>
              </a:spcBef>
            </a:pPr>
            <a:endParaRPr lang="en-IN" altLang="en-US" sz="1600" dirty="0">
              <a:latin typeface="Raleway" panose="020B0003030101060003"/>
              <a:ea typeface="Arial Unicode MS" panose="020B0604020202020204" pitchFamily="34" charset="-128"/>
              <a:cs typeface="Arial Unicode MS" panose="020B0604020202020204" pitchFamily="34" charset="-128"/>
            </a:endParaRPr>
          </a:p>
          <a:p>
            <a:pPr>
              <a:lnSpc>
                <a:spcPct val="100000"/>
              </a:lnSpc>
              <a:spcBef>
                <a:spcPts val="600"/>
              </a:spcBef>
            </a:pPr>
            <a:endParaRPr lang="en-IN" altLang="en-US" sz="2400" dirty="0">
              <a:ea typeface="Arial Unicode MS" panose="020B0604020202020204" pitchFamily="34" charset="-128"/>
              <a:cs typeface="Arial Unicode MS" panose="020B0604020202020204" pitchFamily="34" charset="-128"/>
            </a:endParaRPr>
          </a:p>
          <a:p>
            <a:pPr marL="457200" lvl="1" indent="0">
              <a:lnSpc>
                <a:spcPct val="100000"/>
              </a:lnSpc>
              <a:spcBef>
                <a:spcPts val="525"/>
              </a:spcBef>
              <a:buClr>
                <a:srgbClr val="FFFFFF"/>
              </a:buClr>
              <a:buSzPct val="90000"/>
              <a:buNone/>
            </a:pPr>
            <a:endParaRPr lang="en-AU"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187325"/>
            <a:ext cx="10515600" cy="777875"/>
          </a:xfrm>
        </p:spPr>
        <p:txBody>
          <a:bodyPr/>
          <a:lstStyle/>
          <a:p>
            <a:r>
              <a:rPr lang="en-US" altLang="zh-CN" b="1" dirty="0">
                <a:solidFill>
                  <a:srgbClr val="1F6AAD"/>
                </a:solidFill>
                <a:cs typeface="Arial" panose="020B0604020202020204" pitchFamily="34" charset="0"/>
              </a:rPr>
              <a:t>Advantages </a:t>
            </a:r>
            <a:endParaRPr lang="en-US" b="1" dirty="0">
              <a:solidFill>
                <a:srgbClr val="1F6AAD"/>
              </a:solidFill>
              <a:cs typeface="Arial" panose="020B0604020202020204" pitchFamily="34" charset="0"/>
            </a:endParaRPr>
          </a:p>
        </p:txBody>
      </p:sp>
      <p:sp>
        <p:nvSpPr>
          <p:cNvPr id="20" name="Text Box 2"/>
          <p:cNvSpPr txBox="1">
            <a:spLocks noChangeArrowheads="1"/>
          </p:cNvSpPr>
          <p:nvPr/>
        </p:nvSpPr>
        <p:spPr bwMode="auto">
          <a:xfrm>
            <a:off x="617674" y="1793875"/>
            <a:ext cx="9321455" cy="42870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419100" indent="-382905">
              <a:buFont typeface="Arial" panose="020B0604020202020204" pitchFamily="34" charset="0"/>
              <a:buChar char="•"/>
            </a:pPr>
            <a:r>
              <a:rPr lang="en-US" altLang="zh-CN" sz="1600" dirty="0">
                <a:solidFill>
                  <a:schemeClr val="tx1"/>
                </a:solidFill>
                <a:latin typeface="Raleway" panose="020B0003030101060003"/>
              </a:rPr>
              <a:t>Database consistency across </a:t>
            </a:r>
            <a:endParaRPr lang="en-US" altLang="zh-CN" sz="1600" dirty="0">
              <a:solidFill>
                <a:schemeClr val="tx1"/>
              </a:solidFill>
              <a:latin typeface="Raleway" panose="020B0003030101060003"/>
            </a:endParaRPr>
          </a:p>
          <a:p>
            <a:pPr marL="419100" indent="-382905">
              <a:buFont typeface="Arial" panose="020B0604020202020204" pitchFamily="34" charset="0"/>
              <a:buChar char="•"/>
            </a:pPr>
            <a:endParaRPr lang="en-US" altLang="zh-CN" sz="1600" dirty="0">
              <a:solidFill>
                <a:schemeClr val="tx1"/>
              </a:solidFill>
              <a:latin typeface="Raleway" panose="020B0003030101060003"/>
            </a:endParaRPr>
          </a:p>
          <a:p>
            <a:pPr marL="419100" indent="-382905">
              <a:buFont typeface="Arial" panose="020B0604020202020204" pitchFamily="34" charset="0"/>
              <a:buChar char="•"/>
            </a:pPr>
            <a:r>
              <a:rPr lang="en-US" altLang="zh-CN" sz="1600" dirty="0">
                <a:solidFill>
                  <a:schemeClr val="tx1"/>
                </a:solidFill>
                <a:latin typeface="Raleway" panose="020B0003030101060003"/>
              </a:rPr>
              <a:t>Reusability</a:t>
            </a:r>
            <a:endParaRPr lang="en-US" altLang="zh-CN" sz="1600" dirty="0">
              <a:solidFill>
                <a:schemeClr val="tx1"/>
              </a:solidFill>
              <a:latin typeface="Raleway" panose="020B0003030101060003"/>
            </a:endParaRPr>
          </a:p>
          <a:p>
            <a:pPr marL="419100" indent="-382905">
              <a:buFont typeface="Arial" panose="020B0604020202020204" pitchFamily="34" charset="0"/>
              <a:buChar char="•"/>
            </a:pPr>
            <a:endParaRPr lang="en-US" altLang="zh-CN" sz="1600" dirty="0">
              <a:solidFill>
                <a:schemeClr val="tx1"/>
              </a:solidFill>
              <a:latin typeface="Raleway" panose="020B0003030101060003"/>
            </a:endParaRPr>
          </a:p>
          <a:p>
            <a:pPr marL="419100" indent="-382905">
              <a:buFont typeface="Arial" panose="020B0604020202020204" pitchFamily="34" charset="0"/>
              <a:buChar char="•"/>
            </a:pPr>
            <a:r>
              <a:rPr lang="en-US" altLang="zh-CN" sz="1600" dirty="0">
                <a:solidFill>
                  <a:schemeClr val="tx1"/>
                </a:solidFill>
                <a:latin typeface="Raleway" panose="020B0003030101060003"/>
              </a:rPr>
              <a:t>Enables to source database structures to different Source codes such as COBOL, TAL, C</a:t>
            </a:r>
            <a:endParaRPr lang="en-US" altLang="zh-CN" sz="1600" dirty="0">
              <a:solidFill>
                <a:schemeClr val="tx1"/>
              </a:solidFill>
              <a:latin typeface="Raleway" panose="020B0003030101060003"/>
            </a:endParaRPr>
          </a:p>
          <a:p>
            <a:pPr hangingPunct="1">
              <a:lnSpc>
                <a:spcPct val="100000"/>
              </a:lnSpc>
              <a:spcBef>
                <a:spcPts val="600"/>
              </a:spcBef>
              <a:buClrTx/>
              <a:buSzTx/>
              <a:buFontTx/>
              <a:buNone/>
            </a:pPr>
            <a:endParaRPr lang="en-IN" altLang="en-US" sz="2400" dirty="0">
              <a:solidFill>
                <a:srgbClr val="FFFFFF"/>
              </a:solidFill>
              <a:ea typeface="Arial Unicode MS" panose="020B0604020202020204" pitchFamily="34" charset="-128"/>
              <a:cs typeface="Arial Unicode MS" panose="020B0604020202020204" pitchFamily="34" charset="-128"/>
            </a:endParaRPr>
          </a:p>
        </p:txBody>
      </p:sp>
      <p:sp>
        <p:nvSpPr>
          <p:cNvPr id="25" name="Line 80"/>
          <p:cNvSpPr>
            <a:spLocks noChangeShapeType="1"/>
          </p:cNvSpPr>
          <p:nvPr/>
        </p:nvSpPr>
        <p:spPr bwMode="auto">
          <a:xfrm>
            <a:off x="1692965" y="4429953"/>
            <a:ext cx="1588" cy="1600200"/>
          </a:xfrm>
          <a:prstGeom prst="line">
            <a:avLst/>
          </a:prstGeom>
          <a:noFill/>
          <a:ln w="11880" cap="flat">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6" name="Line 81"/>
          <p:cNvSpPr>
            <a:spLocks noChangeShapeType="1"/>
          </p:cNvSpPr>
          <p:nvPr/>
        </p:nvSpPr>
        <p:spPr bwMode="auto">
          <a:xfrm>
            <a:off x="4436165" y="4429953"/>
            <a:ext cx="1588" cy="1600200"/>
          </a:xfrm>
          <a:prstGeom prst="line">
            <a:avLst/>
          </a:prstGeom>
          <a:noFill/>
          <a:ln w="11880" cap="flat">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7" name="Line 82"/>
          <p:cNvSpPr>
            <a:spLocks noChangeShapeType="1"/>
          </p:cNvSpPr>
          <p:nvPr/>
        </p:nvSpPr>
        <p:spPr bwMode="auto">
          <a:xfrm>
            <a:off x="4969565" y="4429953"/>
            <a:ext cx="1588" cy="1600200"/>
          </a:xfrm>
          <a:prstGeom prst="line">
            <a:avLst/>
          </a:prstGeom>
          <a:noFill/>
          <a:ln w="11880" cap="flat">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8" name="Line 83"/>
          <p:cNvSpPr>
            <a:spLocks noChangeShapeType="1"/>
          </p:cNvSpPr>
          <p:nvPr/>
        </p:nvSpPr>
        <p:spPr bwMode="auto">
          <a:xfrm>
            <a:off x="6798365" y="4429953"/>
            <a:ext cx="1588" cy="1600200"/>
          </a:xfrm>
          <a:prstGeom prst="line">
            <a:avLst/>
          </a:prstGeom>
          <a:noFill/>
          <a:ln w="11880" cap="flat">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29" name="Line 84"/>
          <p:cNvSpPr>
            <a:spLocks noChangeShapeType="1"/>
          </p:cNvSpPr>
          <p:nvPr/>
        </p:nvSpPr>
        <p:spPr bwMode="auto">
          <a:xfrm>
            <a:off x="8703365" y="4429953"/>
            <a:ext cx="1588" cy="1600200"/>
          </a:xfrm>
          <a:prstGeom prst="line">
            <a:avLst/>
          </a:prstGeom>
          <a:noFill/>
          <a:ln w="11880" cap="flat">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45" name="Slide Number Placeholder 2"/>
          <p:cNvSpPr>
            <a:spLocks noGrp="1"/>
          </p:cNvSpPr>
          <p:nvPr>
            <p:ph type="sldNum" sz="quarter" idx="12"/>
          </p:nvPr>
        </p:nvSpPr>
        <p:spPr>
          <a:xfrm>
            <a:off x="5727700" y="6302321"/>
            <a:ext cx="457200" cy="365125"/>
          </a:xfrm>
        </p:spPr>
        <p:txBody>
          <a:bodyPr vert="horz" lIns="91440" tIns="45720" rIns="91440" bIns="45720" rtlCol="0" anchor="ctr"/>
          <a:lstStyle/>
          <a:p>
            <a:pPr algn="ctr"/>
            <a:fld id="{D53A2CB9-B5A8-4900-A386-203D8D5C0F2B}" type="slidenum">
              <a:rPr lang="en-US"/>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zh-CN" b="1" dirty="0">
                <a:solidFill>
                  <a:srgbClr val="1F6AAD"/>
                </a:solidFill>
                <a:cs typeface="Arial" panose="020B0604020202020204" pitchFamily="34" charset="0"/>
              </a:rPr>
              <a:t>DDL consists of </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692727" y="1249016"/>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419100" indent="-382905">
              <a:buFont typeface="Wingdings 2" panose="05020102010507070707" pitchFamily="18" charset="2"/>
              <a:buChar char=""/>
            </a:pPr>
            <a:r>
              <a:rPr lang="en-US" altLang="zh-CN" sz="1600" dirty="0">
                <a:latin typeface="Raleway" panose="020B0003030101060003"/>
              </a:rPr>
              <a:t>Commands</a:t>
            </a:r>
            <a:endParaRPr lang="en-US" altLang="zh-CN" sz="1600" dirty="0">
              <a:latin typeface="Raleway" panose="020B0003030101060003"/>
            </a:endParaRPr>
          </a:p>
          <a:p>
            <a:pPr marL="419100" indent="-382905">
              <a:buFont typeface="Wingdings 2" panose="05020102010507070707" pitchFamily="18" charset="2"/>
              <a:buChar char=""/>
            </a:pPr>
            <a:endParaRPr lang="en-US" altLang="zh-CN" sz="1600" dirty="0">
              <a:latin typeface="Raleway" panose="020B0003030101060003"/>
            </a:endParaRPr>
          </a:p>
          <a:p>
            <a:pPr marL="419100" indent="-382905">
              <a:buFont typeface="Wingdings 2" panose="05020102010507070707" pitchFamily="18" charset="2"/>
              <a:buChar char=""/>
            </a:pPr>
            <a:r>
              <a:rPr lang="en-US" altLang="zh-CN" sz="1600" dirty="0">
                <a:latin typeface="Raleway" panose="020B0003030101060003"/>
              </a:rPr>
              <a:t>Built-in variables and functions</a:t>
            </a:r>
            <a:endParaRPr lang="en-US" altLang="zh-CN" sz="1600" dirty="0">
              <a:latin typeface="Raleway" panose="020B0003030101060003"/>
            </a:endParaRPr>
          </a:p>
          <a:p>
            <a:pPr marL="419100" indent="-382905">
              <a:buFont typeface="Wingdings 2" panose="05020102010507070707" pitchFamily="18" charset="2"/>
              <a:buChar char=""/>
            </a:pPr>
            <a:endParaRPr lang="en-US" altLang="zh-CN" sz="1600" dirty="0">
              <a:latin typeface="Raleway" panose="020B0003030101060003"/>
            </a:endParaRPr>
          </a:p>
          <a:p>
            <a:pPr marL="419100" indent="-382905">
              <a:buFont typeface="Wingdings 2" panose="05020102010507070707" pitchFamily="18" charset="2"/>
              <a:buChar char=""/>
            </a:pPr>
            <a:r>
              <a:rPr lang="en-US" altLang="zh-CN" sz="1600" dirty="0">
                <a:latin typeface="Raleway" panose="020B0003030101060003"/>
              </a:rPr>
              <a:t>Compiler directives </a:t>
            </a:r>
            <a:endParaRPr lang="en-US" altLang="zh-CN" sz="1600" dirty="0">
              <a:latin typeface="Raleway" panose="020B0003030101060003"/>
            </a:endParaRPr>
          </a:p>
          <a:p>
            <a:pPr marL="419100" indent="-382905">
              <a:buFont typeface="Wingdings 2" panose="05020102010507070707" pitchFamily="18" charset="2"/>
              <a:buChar char=""/>
            </a:pPr>
            <a:endParaRPr lang="en-US" altLang="zh-CN" sz="1600" dirty="0">
              <a:latin typeface="Raleway" panose="020B0003030101060003"/>
            </a:endParaRPr>
          </a:p>
          <a:p>
            <a:pPr marL="419100" indent="-382905">
              <a:buFont typeface="Wingdings 2" panose="05020102010507070707" pitchFamily="18" charset="2"/>
              <a:buChar char=""/>
            </a:pPr>
            <a:r>
              <a:rPr lang="en-US" altLang="zh-CN" sz="1600" dirty="0">
                <a:latin typeface="Raleway" panose="020B0003030101060003"/>
              </a:rPr>
              <a:t>DDL Dictionary</a:t>
            </a:r>
            <a:endParaRPr lang="en-US" altLang="zh-CN" sz="1600" dirty="0">
              <a:latin typeface="Raleway" panose="020B0003030101060003"/>
            </a:endParaRPr>
          </a:p>
          <a:p>
            <a:pPr marL="36830" indent="0">
              <a:lnSpc>
                <a:spcPct val="100000"/>
              </a:lnSpc>
              <a:spcAft>
                <a:spcPts val="1290"/>
              </a:spcAft>
              <a:buClrTx/>
              <a:buSzTx/>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zh-CN" b="1" dirty="0">
                <a:solidFill>
                  <a:srgbClr val="1F6AAD"/>
                </a:solidFill>
                <a:cs typeface="Arial" panose="020B0604020202020204" pitchFamily="34" charset="0"/>
              </a:rPr>
              <a:t>Compiling a DDL File </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2" name="Rectangle 1"/>
          <p:cNvSpPr/>
          <p:nvPr/>
        </p:nvSpPr>
        <p:spPr>
          <a:xfrm>
            <a:off x="500419" y="1859340"/>
            <a:ext cx="8325529" cy="1077218"/>
          </a:xfrm>
          <a:prstGeom prst="rect">
            <a:avLst/>
          </a:prstGeom>
        </p:spPr>
        <p:txBody>
          <a:bodyPr wrap="square">
            <a:spAutoFit/>
          </a:bodyPr>
          <a:lstStyle/>
          <a:p>
            <a:pPr marL="419100" indent="-382905">
              <a:lnSpc>
                <a:spcPct val="80000"/>
              </a:lnSpc>
              <a:buFont typeface="Wingdings 2" panose="05020102010507070707" pitchFamily="18" charset="2"/>
              <a:buChar char=""/>
            </a:pPr>
            <a:r>
              <a:rPr lang="en-US" altLang="zh-CN" sz="1600" dirty="0">
                <a:latin typeface="Raleway" panose="020B0003030101060003"/>
              </a:rPr>
              <a:t>DDL/IN DDLNAME, OUT OUTFILE/DICT, COBOL COBSRC, TAL TALSRC, FUP FUPSRC</a:t>
            </a:r>
            <a:endParaRPr lang="en-US" altLang="zh-CN" sz="1600" dirty="0">
              <a:latin typeface="Raleway" panose="020B0003030101060003"/>
            </a:endParaRPr>
          </a:p>
          <a:p>
            <a:pPr marL="36195">
              <a:lnSpc>
                <a:spcPct val="80000"/>
              </a:lnSpc>
            </a:pPr>
            <a:endParaRPr lang="en-US" altLang="zh-CN" sz="1600" dirty="0">
              <a:latin typeface="Raleway" panose="020B0003030101060003"/>
            </a:endParaRPr>
          </a:p>
          <a:p>
            <a:pPr marL="419100" indent="-382905">
              <a:lnSpc>
                <a:spcPct val="80000"/>
              </a:lnSpc>
            </a:pPr>
            <a:endParaRPr lang="en-US" altLang="zh-CN" sz="1600" dirty="0">
              <a:latin typeface="Raleway" panose="020B0003030101060003"/>
            </a:endParaRPr>
          </a:p>
          <a:p>
            <a:pPr marL="419100" indent="-382905">
              <a:lnSpc>
                <a:spcPct val="80000"/>
              </a:lnSpc>
              <a:buFont typeface="Wingdings 2" panose="05020102010507070707" pitchFamily="18" charset="2"/>
              <a:buChar char=""/>
            </a:pPr>
            <a:r>
              <a:rPr lang="en-US" altLang="zh-CN" sz="1600" dirty="0">
                <a:latin typeface="Raleway" panose="020B0003030101060003"/>
              </a:rPr>
              <a:t>Above command compiles DDLNAME file, prints compiler output to OUTFILE, creates COBSRC, TALSRC and FUPSRC outputs</a:t>
            </a:r>
            <a:endParaRPr lang="en-US" altLang="zh-CN" sz="1600" dirty="0">
              <a:latin typeface="Raleway" panose="020B00030301010600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Compiler Directives</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2" name="Rectangle 1"/>
          <p:cNvSpPr/>
          <p:nvPr/>
        </p:nvSpPr>
        <p:spPr>
          <a:xfrm>
            <a:off x="500420" y="1569067"/>
            <a:ext cx="6096000" cy="2415405"/>
          </a:xfrm>
          <a:prstGeom prst="rect">
            <a:avLst/>
          </a:prstGeom>
        </p:spPr>
        <p:txBody>
          <a:bodyPr>
            <a:spAutoFit/>
          </a:bodyPr>
          <a:lstStyle/>
          <a:p>
            <a:pPr marL="419100" indent="-382905">
              <a:lnSpc>
                <a:spcPct val="80000"/>
              </a:lnSpc>
              <a:buFont typeface="Wingdings 2" panose="05020102010507070707" pitchFamily="18" charset="2"/>
              <a:buChar char=""/>
            </a:pPr>
            <a:r>
              <a:rPr lang="en-US" altLang="zh-CN" sz="1600" dirty="0">
                <a:latin typeface="Raleway" panose="020B0003030101060003"/>
              </a:rPr>
              <a:t>?DICT - Creates a Dictionary</a:t>
            </a:r>
            <a:endParaRPr lang="en-US" altLang="zh-CN" sz="1600" dirty="0">
              <a:latin typeface="Raleway" panose="020B0003030101060003"/>
            </a:endParaRPr>
          </a:p>
          <a:p>
            <a:pPr marL="419100" indent="-382905">
              <a:lnSpc>
                <a:spcPct val="80000"/>
              </a:lnSpc>
            </a:pPr>
            <a:endParaRPr lang="en-US" altLang="zh-CN" sz="1600" dirty="0">
              <a:latin typeface="Raleway" panose="020B0003030101060003"/>
            </a:endParaRPr>
          </a:p>
          <a:p>
            <a:pPr marL="419100" indent="-382905">
              <a:lnSpc>
                <a:spcPct val="80000"/>
              </a:lnSpc>
              <a:buFont typeface="Wingdings 2" panose="05020102010507070707" pitchFamily="18" charset="2"/>
              <a:buChar char=""/>
            </a:pPr>
            <a:r>
              <a:rPr lang="en-US" altLang="zh-CN" sz="1600" dirty="0">
                <a:latin typeface="Raleway" panose="020B0003030101060003"/>
              </a:rPr>
              <a:t>?FUP - Creates FUP commands to create the </a:t>
            </a:r>
            <a:r>
              <a:rPr lang="en-US" altLang="zh-CN" sz="1600" dirty="0" err="1">
                <a:latin typeface="Raleway" panose="020B0003030101060003"/>
              </a:rPr>
              <a:t>Enscribe</a:t>
            </a:r>
            <a:r>
              <a:rPr lang="en-US" altLang="zh-CN" sz="1600" dirty="0">
                <a:latin typeface="Raleway" panose="020B0003030101060003"/>
              </a:rPr>
              <a:t> database file </a:t>
            </a:r>
            <a:endParaRPr lang="en-US" altLang="zh-CN" sz="1600" dirty="0">
              <a:latin typeface="Raleway" panose="020B0003030101060003"/>
            </a:endParaRPr>
          </a:p>
          <a:p>
            <a:pPr marL="419100" indent="-382905">
              <a:lnSpc>
                <a:spcPct val="80000"/>
              </a:lnSpc>
            </a:pPr>
            <a:endParaRPr lang="en-US" altLang="zh-CN" sz="1600" dirty="0">
              <a:latin typeface="Raleway" panose="020B0003030101060003"/>
            </a:endParaRPr>
          </a:p>
          <a:p>
            <a:pPr marL="419100" indent="-382905">
              <a:lnSpc>
                <a:spcPct val="80000"/>
              </a:lnSpc>
              <a:buFont typeface="Wingdings 2" panose="05020102010507070707" pitchFamily="18" charset="2"/>
              <a:buChar char=""/>
            </a:pPr>
            <a:r>
              <a:rPr lang="en-US" altLang="zh-CN" sz="1600" dirty="0">
                <a:latin typeface="Raleway" panose="020B0003030101060003"/>
              </a:rPr>
              <a:t>?COBOL - Creates source file to include the database structure in a COBOL program</a:t>
            </a:r>
            <a:endParaRPr lang="en-US" altLang="zh-CN" sz="1600" dirty="0">
              <a:latin typeface="Raleway" panose="020B0003030101060003"/>
            </a:endParaRPr>
          </a:p>
          <a:p>
            <a:pPr marL="419100" indent="-382905">
              <a:lnSpc>
                <a:spcPct val="80000"/>
              </a:lnSpc>
            </a:pPr>
            <a:endParaRPr lang="en-US" altLang="zh-CN" sz="1600" dirty="0">
              <a:latin typeface="Raleway" panose="020B0003030101060003"/>
            </a:endParaRPr>
          </a:p>
          <a:p>
            <a:pPr marL="419100" indent="-382905">
              <a:lnSpc>
                <a:spcPct val="80000"/>
              </a:lnSpc>
              <a:buFont typeface="Wingdings 2" panose="05020102010507070707" pitchFamily="18" charset="2"/>
              <a:buChar char=""/>
            </a:pPr>
            <a:r>
              <a:rPr lang="en-US" altLang="zh-CN" sz="1600" dirty="0">
                <a:latin typeface="Raleway" panose="020B0003030101060003"/>
              </a:rPr>
              <a:t>?TAL - Creates source file to include the database structure in a TAL program</a:t>
            </a:r>
            <a:endParaRPr lang="en-US" altLang="zh-CN" sz="1600" dirty="0">
              <a:latin typeface="Raleway" panose="020B0003030101060003"/>
            </a:endParaRPr>
          </a:p>
          <a:p>
            <a:pPr marL="419100" indent="-382905">
              <a:lnSpc>
                <a:spcPct val="80000"/>
              </a:lnSpc>
            </a:pP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zh-CN" b="1" dirty="0">
                <a:solidFill>
                  <a:srgbClr val="1F6AAD"/>
                </a:solidFill>
                <a:cs typeface="Arial" panose="020B0604020202020204" pitchFamily="34" charset="0"/>
              </a:rPr>
              <a:t>Example - 1 </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192156" y="1554144"/>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9" name="Text Box 4"/>
          <p:cNvSpPr>
            <a:spLocks noChangeArrowheads="1"/>
          </p:cNvSpPr>
          <p:nvPr/>
        </p:nvSpPr>
        <p:spPr bwMode="auto">
          <a:xfrm>
            <a:off x="568704" y="823894"/>
            <a:ext cx="6416675" cy="524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a:solidFill>
                  <a:schemeClr val="tx1"/>
                </a:solidFill>
                <a:latin typeface="Times New Roman" panose="02020603050405020304" pitchFamily="18" charset="0"/>
                <a:ea typeface="SimSun" panose="02010600030101010101" pitchFamily="2" charset="-122"/>
              </a:defRPr>
            </a:lvl1pPr>
            <a:lvl2pPr marL="742950" indent="-285750">
              <a:buFont typeface="Arial" panose="020B0604020202020204" pitchFamily="34" charset="0"/>
              <a:defRPr sz="2800">
                <a:solidFill>
                  <a:schemeClr val="tx1"/>
                </a:solidFill>
                <a:latin typeface="Times New Roman" panose="02020603050405020304" pitchFamily="18" charset="0"/>
                <a:ea typeface="SimSun" panose="02010600030101010101" pitchFamily="2" charset="-122"/>
              </a:defRPr>
            </a:lvl2pPr>
            <a:lvl3pPr marL="1143000" indent="-228600">
              <a:buFont typeface="Arial" panose="020B0604020202020204" pitchFamily="34" charset="0"/>
              <a:defRPr sz="2800">
                <a:solidFill>
                  <a:schemeClr val="tx1"/>
                </a:solidFill>
                <a:latin typeface="Times New Roman" panose="02020603050405020304" pitchFamily="18" charset="0"/>
                <a:ea typeface="SimSun" panose="02010600030101010101" pitchFamily="2" charset="-122"/>
              </a:defRPr>
            </a:lvl3pPr>
            <a:lvl4pPr marL="1600200" indent="-228600">
              <a:buFont typeface="Arial" panose="020B0604020202020204" pitchFamily="34" charset="0"/>
              <a:defRPr sz="2800">
                <a:solidFill>
                  <a:schemeClr val="tx1"/>
                </a:solidFill>
                <a:latin typeface="Times New Roman" panose="02020603050405020304" pitchFamily="18" charset="0"/>
                <a:ea typeface="SimSun" panose="02010600030101010101" pitchFamily="2" charset="-122"/>
              </a:defRPr>
            </a:lvl4pPr>
            <a:lvl5pPr marL="2057400" indent="-228600">
              <a:buFont typeface="Arial" panose="020B0604020202020204" pitchFamily="34" charset="0"/>
              <a:defRPr sz="28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Times New Roman" panose="02020603050405020304" pitchFamily="18" charset="0"/>
                <a:ea typeface="SimSun" panose="02010600030101010101" pitchFamily="2" charset="-122"/>
              </a:defRPr>
            </a:lvl9pPr>
          </a:lstStyle>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?section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emp-prikey</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setsection</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emp-prikey</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deflist</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dict</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cobol</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empcob</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tal</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emptal</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fup</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empfup</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definition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emp-prikey</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04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emp-cde</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pic 9(6).</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END</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?section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emp</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record EMP.                       file is "EMP" 				key-sequenced, 					audit,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maxextents</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100,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ext</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(4,4), </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auditcompress</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02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prikey</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type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emp-prikey</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02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emp</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-first-name              pic x(20).</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02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emp</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-last-name               pic x(20).</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02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emp</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-address                 pic x(40).</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02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emp</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-age                     pic 9(03).</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key 0 is </a:t>
            </a:r>
            <a:r>
              <a:rPr lang="en-US" altLang="en-US" sz="1400" dirty="0" err="1">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prikey</a:t>
            </a:r>
            <a:r>
              <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a:t>
            </a:r>
            <a:endParaRPr lang="en-US" altLang="en-US" sz="14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a:p>
            <a:r>
              <a:rPr lang="en-US" altLang="en-US" sz="16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rPr>
              <a:t> end</a:t>
            </a:r>
            <a:endParaRPr lang="en-US" altLang="en-US" sz="1600" dirty="0">
              <a:latin typeface="Courier New" panose="02070309020205020404" pitchFamily="49" charset="0"/>
              <a:ea typeface="Arial Unicode MS" panose="020B0604020202020204" pitchFamily="34" charset="-128"/>
              <a:cs typeface="Arial Unicode MS" panose="020B0604020202020204" pitchFamily="34" charset="-128"/>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Example 1 : Compilation </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4" name="Rectangle 3"/>
          <p:cNvSpPr/>
          <p:nvPr/>
        </p:nvSpPr>
        <p:spPr>
          <a:xfrm>
            <a:off x="500420" y="1635311"/>
            <a:ext cx="6096000" cy="2185214"/>
          </a:xfrm>
          <a:prstGeom prst="rect">
            <a:avLst/>
          </a:prstGeom>
        </p:spPr>
        <p:txBody>
          <a:bodyPr>
            <a:spAutoFit/>
          </a:bodyPr>
          <a:lstStyle/>
          <a:p>
            <a:pPr marL="419100" indent="-382905"/>
            <a:r>
              <a:rPr lang="en-US" altLang="en-US" sz="1600" dirty="0">
                <a:latin typeface="Raleway" panose="020B0003030101060003"/>
              </a:rPr>
              <a:t>DDL/IN DDLFEMP, OUT EMPOUT/</a:t>
            </a:r>
            <a:endParaRPr lang="en-US" altLang="en-US" sz="1600" dirty="0">
              <a:latin typeface="Raleway" panose="020B0003030101060003"/>
            </a:endParaRPr>
          </a:p>
          <a:p>
            <a:pPr marL="419100" indent="-382905"/>
            <a:endParaRPr lang="en-US" altLang="en-US" sz="1600" dirty="0">
              <a:latin typeface="Raleway" panose="020B0003030101060003"/>
            </a:endParaRPr>
          </a:p>
          <a:p>
            <a:pPr marL="419100" indent="-382905"/>
            <a:r>
              <a:rPr lang="en-US" altLang="en-US" sz="1600" dirty="0">
                <a:latin typeface="Raleway" panose="020B0003030101060003"/>
              </a:rPr>
              <a:t>After this compilation, following output files would be created</a:t>
            </a:r>
            <a:endParaRPr lang="en-US" altLang="en-US" sz="1600" dirty="0">
              <a:latin typeface="Raleway" panose="020B0003030101060003"/>
            </a:endParaRPr>
          </a:p>
          <a:p>
            <a:pPr marL="419100" indent="-382905"/>
            <a:r>
              <a:rPr lang="en-US" altLang="en-US" sz="1600" dirty="0">
                <a:latin typeface="Raleway" panose="020B0003030101060003"/>
              </a:rPr>
              <a:t>1&gt; EMPFUP - FUP source</a:t>
            </a:r>
            <a:endParaRPr lang="en-US" altLang="en-US" sz="1600" dirty="0">
              <a:latin typeface="Raleway" panose="020B0003030101060003"/>
            </a:endParaRPr>
          </a:p>
          <a:p>
            <a:pPr marL="419100" indent="-382905"/>
            <a:r>
              <a:rPr lang="en-US" altLang="en-US" sz="1600" dirty="0">
                <a:latin typeface="Raleway" panose="020B0003030101060003"/>
              </a:rPr>
              <a:t>2&gt; EMPCOB - COBOL source</a:t>
            </a:r>
            <a:endParaRPr lang="en-US" altLang="en-US" sz="1600" dirty="0">
              <a:latin typeface="Raleway" panose="020B0003030101060003"/>
            </a:endParaRPr>
          </a:p>
          <a:p>
            <a:pPr marL="419100" indent="-382905"/>
            <a:r>
              <a:rPr lang="en-US" altLang="en-US" sz="1600" dirty="0">
                <a:latin typeface="Raleway" panose="020B0003030101060003"/>
              </a:rPr>
              <a:t>3&gt; EMPTAL - TAL source</a:t>
            </a:r>
            <a:endParaRPr lang="en-US" altLang="en-US" sz="1600" dirty="0">
              <a:latin typeface="Raleway" panose="020B0003030101060003"/>
            </a:endParaRPr>
          </a:p>
          <a:p>
            <a:pPr marL="419100" indent="-382905"/>
            <a:endParaRPr lang="en-US" altLang="en-US"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Example 1: COBOL Output created </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12" name="Rectangle 3"/>
          <p:cNvSpPr txBox="1">
            <a:spLocks noChangeArrowheads="1"/>
          </p:cNvSpPr>
          <p:nvPr/>
        </p:nvSpPr>
        <p:spPr>
          <a:xfrm>
            <a:off x="692727" y="925376"/>
            <a:ext cx="4810836"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19100" indent="-382905"/>
            <a:endParaRPr lang="en-US" altLang="zh-CN" sz="1000" dirty="0"/>
          </a:p>
          <a:p>
            <a:pPr marL="419100" indent="-382905"/>
            <a:r>
              <a:rPr lang="en-US" altLang="zh-CN" sz="1400" dirty="0">
                <a:latin typeface="Raleway" panose="020B0003030101060003"/>
              </a:rPr>
              <a:t>* SCHEMA PRODUCED DATE - TIME : 6/12/2014 - 16:54:34</a:t>
            </a:r>
            <a:endParaRPr lang="en-US" altLang="zh-CN" sz="1400" dirty="0">
              <a:latin typeface="Raleway" panose="020B0003030101060003"/>
            </a:endParaRPr>
          </a:p>
          <a:p>
            <a:pPr marL="419100" indent="-382905"/>
            <a:r>
              <a:rPr lang="en-US" altLang="zh-CN" sz="1400" dirty="0">
                <a:latin typeface="Raleway" panose="020B0003030101060003"/>
              </a:rPr>
              <a:t>?Section EMP-</a:t>
            </a:r>
            <a:r>
              <a:rPr lang="en-US" altLang="zh-CN" sz="1400" dirty="0" err="1">
                <a:latin typeface="Raleway" panose="020B0003030101060003"/>
              </a:rPr>
              <a:t>PRIKEY,Tandem</a:t>
            </a:r>
            <a:endParaRPr lang="en-US" altLang="zh-CN" sz="1400" dirty="0">
              <a:latin typeface="Raleway" panose="020B0003030101060003"/>
            </a:endParaRPr>
          </a:p>
          <a:p>
            <a:pPr marL="419100" indent="-382905"/>
            <a:r>
              <a:rPr lang="en-US" altLang="zh-CN" sz="1400" dirty="0">
                <a:latin typeface="Raleway" panose="020B0003030101060003"/>
              </a:rPr>
              <a:t>* Definition EMP-PRIKEY created on 06/12/2014 at 16:54</a:t>
            </a:r>
            <a:endParaRPr lang="en-US" altLang="zh-CN" sz="1400" dirty="0">
              <a:latin typeface="Raleway" panose="020B0003030101060003"/>
            </a:endParaRPr>
          </a:p>
          <a:p>
            <a:pPr marL="419100" indent="-382905"/>
            <a:r>
              <a:rPr lang="en-US" altLang="zh-CN" sz="1400" dirty="0">
                <a:latin typeface="Raleway" panose="020B0003030101060003"/>
              </a:rPr>
              <a:t>  01 EMP-PRIKEY.</a:t>
            </a:r>
            <a:endParaRPr lang="en-US" altLang="zh-CN" sz="1400" dirty="0">
              <a:latin typeface="Raleway" panose="020B0003030101060003"/>
            </a:endParaRPr>
          </a:p>
          <a:p>
            <a:pPr marL="419100" indent="-382905"/>
            <a:r>
              <a:rPr lang="en-US" altLang="zh-CN" sz="1400" dirty="0">
                <a:latin typeface="Raleway" panose="020B0003030101060003"/>
              </a:rPr>
              <a:t>    02 EMP-CDE                       PIC 9(6).</a:t>
            </a:r>
            <a:endParaRPr lang="en-US" altLang="zh-CN" sz="1400" dirty="0">
              <a:latin typeface="Raleway" panose="020B0003030101060003"/>
            </a:endParaRPr>
          </a:p>
          <a:p>
            <a:pPr marL="419100" indent="-382905"/>
            <a:r>
              <a:rPr lang="en-US" altLang="zh-CN" sz="1400" dirty="0">
                <a:latin typeface="Raleway" panose="020B0003030101060003"/>
              </a:rPr>
              <a:t>* SCHEMA PRODUCED DATE - TIME : 6/12/2014 - 16:56:12</a:t>
            </a:r>
            <a:endParaRPr lang="en-US" altLang="zh-CN" sz="1400" dirty="0">
              <a:latin typeface="Raleway" panose="020B0003030101060003"/>
            </a:endParaRPr>
          </a:p>
          <a:p>
            <a:pPr marL="419100" indent="-382905"/>
            <a:r>
              <a:rPr lang="en-US" altLang="zh-CN" sz="1400" dirty="0">
                <a:latin typeface="Raleway" panose="020B0003030101060003"/>
              </a:rPr>
              <a:t>?Section EMP-</a:t>
            </a:r>
            <a:r>
              <a:rPr lang="en-US" altLang="zh-CN" sz="1400" dirty="0" err="1">
                <a:latin typeface="Raleway" panose="020B0003030101060003"/>
              </a:rPr>
              <a:t>PRIKEY,Tandem</a:t>
            </a:r>
            <a:endParaRPr lang="en-US" altLang="zh-CN" sz="1400" dirty="0">
              <a:latin typeface="Raleway" panose="020B0003030101060003"/>
            </a:endParaRPr>
          </a:p>
          <a:p>
            <a:pPr marL="419100" indent="-382905"/>
            <a:r>
              <a:rPr lang="en-US" altLang="zh-CN" sz="1400" dirty="0">
                <a:latin typeface="Raleway" panose="020B0003030101060003"/>
              </a:rPr>
              <a:t>* Definition EMP-PRIKEY version 1 updated on 06/12/2014 at 16:56</a:t>
            </a:r>
            <a:endParaRPr lang="en-US" altLang="zh-CN" sz="1400" dirty="0">
              <a:latin typeface="Raleway" panose="020B0003030101060003"/>
            </a:endParaRPr>
          </a:p>
          <a:p>
            <a:pPr marL="419100" indent="-382905"/>
            <a:r>
              <a:rPr lang="en-US" altLang="zh-CN" sz="1400" dirty="0">
                <a:latin typeface="Raleway" panose="020B0003030101060003"/>
              </a:rPr>
              <a:t>  01 EMP-PRIKEY.</a:t>
            </a:r>
            <a:endParaRPr lang="en-US" altLang="zh-CN" sz="1400" dirty="0">
              <a:latin typeface="Raleway" panose="020B0003030101060003"/>
            </a:endParaRPr>
          </a:p>
          <a:p>
            <a:pPr marL="419100" indent="-382905"/>
            <a:r>
              <a:rPr lang="en-US" altLang="zh-CN" sz="1400" dirty="0">
                <a:latin typeface="Raleway" panose="020B0003030101060003"/>
              </a:rPr>
              <a:t>    02 EMP-CDE                       PIC 9(6).</a:t>
            </a:r>
            <a:endParaRPr lang="en-US" altLang="zh-CN" sz="1400" dirty="0">
              <a:latin typeface="Raleway" panose="020B0003030101060003"/>
            </a:endParaRPr>
          </a:p>
          <a:p>
            <a:pPr marL="419100" indent="-382905"/>
            <a:r>
              <a:rPr lang="en-US" altLang="zh-CN" sz="1400" dirty="0">
                <a:latin typeface="Raleway" panose="020B0003030101060003"/>
              </a:rPr>
              <a:t>* SCHEMA PRODUCED DATE - TIME : 6/12/2014 - 16:58:42</a:t>
            </a:r>
            <a:endParaRPr lang="en-US" altLang="zh-CN" sz="1400" dirty="0">
              <a:latin typeface="Raleway" panose="020B0003030101060003"/>
            </a:endParaRPr>
          </a:p>
          <a:p>
            <a:pPr marL="36195" indent="0">
              <a:buNone/>
            </a:pPr>
            <a:endParaRPr lang="en-US" altLang="zh-CN" sz="3000" dirty="0"/>
          </a:p>
        </p:txBody>
      </p:sp>
      <p:sp>
        <p:nvSpPr>
          <p:cNvPr id="2" name="TextBox 1"/>
          <p:cNvSpPr txBox="1"/>
          <p:nvPr/>
        </p:nvSpPr>
        <p:spPr>
          <a:xfrm>
            <a:off x="6122334" y="1150863"/>
            <a:ext cx="5583195" cy="4201150"/>
          </a:xfrm>
          <a:prstGeom prst="rect">
            <a:avLst/>
          </a:prstGeom>
          <a:noFill/>
        </p:spPr>
        <p:txBody>
          <a:bodyPr wrap="none" rtlCol="0">
            <a:spAutoFit/>
          </a:bodyPr>
          <a:lstStyle/>
          <a:p>
            <a:pPr marL="419100" indent="-382905"/>
            <a:r>
              <a:rPr lang="en-US" altLang="zh-CN" sz="1400" dirty="0">
                <a:latin typeface="Raleway" panose="020B0003030101060003"/>
              </a:rPr>
              <a:t>Section EMP-</a:t>
            </a:r>
            <a:r>
              <a:rPr lang="en-US" altLang="zh-CN" sz="1400" dirty="0" err="1">
                <a:latin typeface="Raleway" panose="020B0003030101060003"/>
              </a:rPr>
              <a:t>PRIKEY,Tandem</a:t>
            </a:r>
            <a:endParaRPr lang="en-US" altLang="zh-CN" sz="1400" dirty="0">
              <a:latin typeface="Raleway" panose="020B0003030101060003"/>
            </a:endParaRPr>
          </a:p>
          <a:p>
            <a:pPr marL="419100" indent="-382905"/>
            <a:r>
              <a:rPr lang="en-US" altLang="zh-CN" sz="1400" dirty="0">
                <a:latin typeface="Raleway" panose="020B0003030101060003"/>
              </a:rPr>
              <a:t>* Definition EMP-PRIKEY version 2 updated on 06/12/2014 at 16:58</a:t>
            </a:r>
            <a:endParaRPr lang="en-US" altLang="zh-CN" sz="1400" dirty="0">
              <a:latin typeface="Raleway" panose="020B0003030101060003"/>
            </a:endParaRPr>
          </a:p>
          <a:p>
            <a:pPr marL="419100" indent="-382905"/>
            <a:r>
              <a:rPr lang="en-US" altLang="zh-CN" sz="1400" dirty="0">
                <a:latin typeface="Raleway" panose="020B0003030101060003"/>
              </a:rPr>
              <a:t>  01 EMP-PRIKEY.</a:t>
            </a:r>
            <a:endParaRPr lang="en-US" altLang="zh-CN" sz="1400" dirty="0">
              <a:latin typeface="Raleway" panose="020B0003030101060003"/>
            </a:endParaRPr>
          </a:p>
          <a:p>
            <a:pPr marL="419100" indent="-382905"/>
            <a:r>
              <a:rPr lang="en-US" altLang="zh-CN" sz="1400" dirty="0">
                <a:latin typeface="Raleway" panose="020B0003030101060003"/>
              </a:rPr>
              <a:t>    02 EMP-CDE                       PIC 9(6).</a:t>
            </a:r>
            <a:endParaRPr lang="en-US" altLang="zh-CN" sz="1400" dirty="0">
              <a:latin typeface="Raleway" panose="020B0003030101060003"/>
            </a:endParaRPr>
          </a:p>
          <a:p>
            <a:pPr marL="419100" indent="-382905"/>
            <a:r>
              <a:rPr lang="en-US" altLang="zh-CN" sz="1400" dirty="0">
                <a:latin typeface="Raleway" panose="020B0003030101060003"/>
              </a:rPr>
              <a:t>* Record EMP created on 06/12/2014 at 16:58</a:t>
            </a:r>
            <a:endParaRPr lang="en-US" altLang="zh-CN" sz="1400" dirty="0">
              <a:latin typeface="Raleway" panose="020B0003030101060003"/>
            </a:endParaRPr>
          </a:p>
          <a:p>
            <a:pPr marL="419100" indent="-382905"/>
            <a:r>
              <a:rPr lang="en-US" altLang="zh-CN" sz="1400" dirty="0">
                <a:latin typeface="Raleway" panose="020B0003030101060003"/>
              </a:rPr>
              <a:t>  01 EMP.</a:t>
            </a:r>
            <a:endParaRPr lang="en-US" altLang="zh-CN" sz="1400" dirty="0">
              <a:latin typeface="Raleway" panose="020B0003030101060003"/>
            </a:endParaRPr>
          </a:p>
          <a:p>
            <a:pPr marL="419100" indent="-382905"/>
            <a:r>
              <a:rPr lang="en-US" altLang="zh-CN" sz="1400" dirty="0">
                <a:latin typeface="Raleway" panose="020B0003030101060003"/>
              </a:rPr>
              <a:t>    02 PRIKEY.</a:t>
            </a:r>
            <a:endParaRPr lang="en-US" altLang="zh-CN" sz="1400" dirty="0">
              <a:latin typeface="Raleway" panose="020B0003030101060003"/>
            </a:endParaRPr>
          </a:p>
          <a:p>
            <a:pPr marL="419100" indent="-382905"/>
            <a:r>
              <a:rPr lang="en-US" altLang="zh-CN" sz="1400" dirty="0">
                <a:latin typeface="Raleway" panose="020B0003030101060003"/>
              </a:rPr>
              <a:t>      03 EMP-CDE                     PIC 9(6).</a:t>
            </a:r>
            <a:endParaRPr lang="en-US" altLang="zh-CN" sz="1400" dirty="0">
              <a:latin typeface="Raleway" panose="020B0003030101060003"/>
            </a:endParaRPr>
          </a:p>
          <a:p>
            <a:pPr marL="419100" indent="-382905"/>
            <a:r>
              <a:rPr lang="en-US" altLang="zh-CN" sz="1400" dirty="0">
                <a:latin typeface="Raleway" panose="020B0003030101060003"/>
              </a:rPr>
              <a:t>    02 EMP-FIRST-NAME                PIC X(20).</a:t>
            </a:r>
            <a:endParaRPr lang="en-US" altLang="zh-CN" sz="1400" dirty="0">
              <a:latin typeface="Raleway" panose="020B0003030101060003"/>
            </a:endParaRPr>
          </a:p>
          <a:p>
            <a:pPr marL="419100" indent="-382905"/>
            <a:r>
              <a:rPr lang="en-US" altLang="zh-CN" sz="1400" dirty="0">
                <a:latin typeface="Raleway" panose="020B0003030101060003"/>
              </a:rPr>
              <a:t>    02 EMP-LAST-NAME                 PIC X(20).</a:t>
            </a:r>
            <a:endParaRPr lang="en-US" altLang="zh-CN" sz="1400" dirty="0">
              <a:latin typeface="Raleway" panose="020B0003030101060003"/>
            </a:endParaRPr>
          </a:p>
          <a:p>
            <a:pPr marL="419100" indent="-382905"/>
            <a:r>
              <a:rPr lang="en-US" altLang="zh-CN" sz="1400" dirty="0">
                <a:latin typeface="Raleway" panose="020B0003030101060003"/>
              </a:rPr>
              <a:t>    02 EMP-ADDRESS                   PIC X(40).</a:t>
            </a:r>
            <a:endParaRPr lang="en-US" altLang="zh-CN" sz="1400" dirty="0">
              <a:latin typeface="Raleway" panose="020B0003030101060003"/>
            </a:endParaRPr>
          </a:p>
          <a:p>
            <a:pPr marL="419100" indent="-382905"/>
            <a:r>
              <a:rPr lang="en-US" altLang="zh-CN" sz="1400" dirty="0">
                <a:latin typeface="Raleway" panose="020B0003030101060003"/>
              </a:rPr>
              <a:t>    02 EMP-AGE                       PIC 9(03).</a:t>
            </a:r>
            <a:endParaRPr lang="en-US" altLang="zh-CN" sz="1400" dirty="0">
              <a:latin typeface="Raleway" panose="020B0003030101060003"/>
            </a:endParaRPr>
          </a:p>
          <a:p>
            <a:pPr marL="419100" indent="-382905">
              <a:buFont typeface="Wingdings 2" panose="05020102010507070707" pitchFamily="18" charset="2"/>
              <a:buChar char=""/>
            </a:pPr>
            <a:endParaRPr lang="en-US" altLang="zh-CN" sz="1400" dirty="0">
              <a:latin typeface="Raleway" panose="020B0003030101060003"/>
            </a:endParaRPr>
          </a:p>
          <a:p>
            <a:pPr marL="419100" indent="-382905"/>
            <a:endParaRPr lang="en-US" altLang="zh-CN" sz="6600" dirty="0"/>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Example 1: TAL Output created </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142160" y="1569066"/>
            <a:ext cx="6665790" cy="39358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2" name="Rectangle 1"/>
          <p:cNvSpPr/>
          <p:nvPr/>
        </p:nvSpPr>
        <p:spPr>
          <a:xfrm>
            <a:off x="692727" y="1177841"/>
            <a:ext cx="5493224" cy="4816703"/>
          </a:xfrm>
          <a:prstGeom prst="rect">
            <a:avLst/>
          </a:prstGeom>
        </p:spPr>
        <p:txBody>
          <a:bodyPr wrap="square">
            <a:spAutoFit/>
          </a:bodyPr>
          <a:lstStyle/>
          <a:p>
            <a:pPr marL="419100" indent="-382905"/>
            <a:r>
              <a:rPr lang="en-US" altLang="zh-CN" sz="1200" dirty="0">
                <a:latin typeface="Raleway" panose="020B0003030101060003"/>
              </a:rPr>
              <a:t>! SCHEMA PRODUCED DATE - TIME : 6/12/2014 - 16:54:34</a:t>
            </a:r>
            <a:endParaRPr lang="en-US" altLang="zh-CN" sz="1200" dirty="0">
              <a:latin typeface="Raleway" panose="020B0003030101060003"/>
            </a:endParaRPr>
          </a:p>
          <a:p>
            <a:pPr marL="419100" indent="-382905"/>
            <a:r>
              <a:rPr lang="en-US" altLang="zh-CN" sz="1200" dirty="0">
                <a:latin typeface="Raleway" panose="020B0003030101060003"/>
              </a:rPr>
              <a:t>?Section EMP^PRIKEY</a:t>
            </a:r>
            <a:endParaRPr lang="en-US" altLang="zh-CN" sz="1200" dirty="0">
              <a:latin typeface="Raleway" panose="020B0003030101060003"/>
            </a:endParaRPr>
          </a:p>
          <a:p>
            <a:pPr marL="419100" indent="-382905"/>
            <a:r>
              <a:rPr lang="en-US" altLang="zh-CN" sz="1200" dirty="0">
                <a:latin typeface="Raleway" panose="020B0003030101060003"/>
              </a:rPr>
              <a:t>?PAGE</a:t>
            </a:r>
            <a:endParaRPr lang="en-US" altLang="zh-CN" sz="1200" dirty="0">
              <a:latin typeface="Raleway" panose="020B0003030101060003"/>
            </a:endParaRPr>
          </a:p>
          <a:p>
            <a:pPr marL="419100" indent="-382905"/>
            <a:r>
              <a:rPr lang="en-US" altLang="zh-CN" sz="1200" dirty="0">
                <a:latin typeface="Raleway" panose="020B0003030101060003"/>
              </a:rPr>
              <a:t>! Definition EMP-PRIKEY created on 06/12/2014 at 16:54</a:t>
            </a:r>
            <a:endParaRPr lang="en-US" altLang="zh-CN" sz="1200" dirty="0">
              <a:latin typeface="Raleway" panose="020B0003030101060003"/>
            </a:endParaRPr>
          </a:p>
          <a:p>
            <a:pPr marL="419100" indent="-382905"/>
            <a:r>
              <a:rPr lang="en-US" altLang="zh-CN" sz="1200" dirty="0">
                <a:latin typeface="Raleway" panose="020B0003030101060003"/>
              </a:rPr>
              <a:t>STRUCT       EMP^PRIKEY^DEF (*) FIELDALIGN (SHARED2);</a:t>
            </a:r>
            <a:endParaRPr lang="en-US" altLang="zh-CN" sz="1200" dirty="0">
              <a:latin typeface="Raleway" panose="020B0003030101060003"/>
            </a:endParaRPr>
          </a:p>
          <a:p>
            <a:pPr marL="419100" indent="-382905"/>
            <a:r>
              <a:rPr lang="en-US" altLang="zh-CN" sz="1200" dirty="0">
                <a:latin typeface="Raleway" panose="020B0003030101060003"/>
              </a:rPr>
              <a:t>   BEGIN</a:t>
            </a:r>
            <a:endParaRPr lang="en-US" altLang="zh-CN" sz="1200" dirty="0">
              <a:latin typeface="Raleway" panose="020B0003030101060003"/>
            </a:endParaRPr>
          </a:p>
          <a:p>
            <a:pPr marL="419100" indent="-382905"/>
            <a:r>
              <a:rPr lang="en-US" altLang="zh-CN" sz="1200" dirty="0">
                <a:latin typeface="Raleway" panose="020B0003030101060003"/>
              </a:rPr>
              <a:t>   STRUCT       EMP^CDE;</a:t>
            </a:r>
            <a:endParaRPr lang="en-US" altLang="zh-CN" sz="1200" dirty="0">
              <a:latin typeface="Raleway" panose="020B0003030101060003"/>
            </a:endParaRPr>
          </a:p>
          <a:p>
            <a:pPr marL="419100" indent="-382905"/>
            <a:r>
              <a:rPr lang="en-US" altLang="zh-CN" sz="1200" dirty="0">
                <a:latin typeface="Raleway" panose="020B0003030101060003"/>
              </a:rPr>
              <a:t>      BEGIN STRING BYTE [1:6]; END;</a:t>
            </a:r>
            <a:endParaRPr lang="en-US" altLang="zh-CN" sz="1200" dirty="0">
              <a:latin typeface="Raleway" panose="020B0003030101060003"/>
            </a:endParaRPr>
          </a:p>
          <a:p>
            <a:pPr marL="419100" indent="-382905"/>
            <a:r>
              <a:rPr lang="en-US" altLang="zh-CN" sz="1200" dirty="0">
                <a:latin typeface="Raleway" panose="020B0003030101060003"/>
              </a:rPr>
              <a:t>   END;</a:t>
            </a:r>
            <a:endParaRPr lang="en-US" altLang="zh-CN" sz="1200" dirty="0">
              <a:latin typeface="Raleway" panose="020B0003030101060003"/>
            </a:endParaRPr>
          </a:p>
          <a:p>
            <a:pPr marL="419100" indent="-382905"/>
            <a:r>
              <a:rPr lang="en-US" altLang="zh-CN" sz="1200" dirty="0">
                <a:latin typeface="Raleway" panose="020B0003030101060003"/>
              </a:rPr>
              <a:t>! SCHEMA PRODUCED DATE - TIME : 6/12/2014 - 16:56:12</a:t>
            </a:r>
            <a:endParaRPr lang="en-US" altLang="zh-CN" sz="1200" dirty="0">
              <a:latin typeface="Raleway" panose="020B0003030101060003"/>
            </a:endParaRPr>
          </a:p>
          <a:p>
            <a:pPr marL="419100" indent="-382905"/>
            <a:r>
              <a:rPr lang="en-US" altLang="zh-CN" sz="1200" dirty="0">
                <a:latin typeface="Raleway" panose="020B0003030101060003"/>
              </a:rPr>
              <a:t>?Section EMP^PRIKEY</a:t>
            </a:r>
            <a:endParaRPr lang="en-US" altLang="zh-CN" sz="1200" dirty="0">
              <a:latin typeface="Raleway" panose="020B0003030101060003"/>
            </a:endParaRPr>
          </a:p>
          <a:p>
            <a:pPr marL="419100" indent="-382905"/>
            <a:r>
              <a:rPr lang="en-US" altLang="zh-CN" sz="1200" dirty="0">
                <a:latin typeface="Raleway" panose="020B0003030101060003"/>
              </a:rPr>
              <a:t>?PAGE</a:t>
            </a:r>
            <a:endParaRPr lang="en-US" altLang="zh-CN" sz="1200" dirty="0">
              <a:latin typeface="Raleway" panose="020B0003030101060003"/>
            </a:endParaRPr>
          </a:p>
          <a:p>
            <a:pPr marL="419100" indent="-382905"/>
            <a:r>
              <a:rPr lang="en-US" altLang="zh-CN" sz="1200" dirty="0">
                <a:latin typeface="Raleway" panose="020B0003030101060003"/>
              </a:rPr>
              <a:t>! Definition EMP-PRIKEY version 1 updated on 06/12/2014 at 16:56</a:t>
            </a:r>
            <a:endParaRPr lang="en-US" altLang="zh-CN" sz="1200" dirty="0">
              <a:latin typeface="Raleway" panose="020B0003030101060003"/>
            </a:endParaRPr>
          </a:p>
          <a:p>
            <a:pPr marL="419100" indent="-382905"/>
            <a:r>
              <a:rPr lang="en-US" altLang="zh-CN" sz="1200" dirty="0">
                <a:latin typeface="Raleway" panose="020B0003030101060003"/>
              </a:rPr>
              <a:t>STRUCT       EMP^PRIKEY^DEF (*) FIELDALIGN (SHARED2);</a:t>
            </a:r>
            <a:endParaRPr lang="en-US" altLang="zh-CN" sz="1200" dirty="0">
              <a:latin typeface="Raleway" panose="020B0003030101060003"/>
            </a:endParaRPr>
          </a:p>
          <a:p>
            <a:pPr marL="419100" indent="-382905"/>
            <a:r>
              <a:rPr lang="en-US" altLang="zh-CN" sz="1200" dirty="0">
                <a:latin typeface="Raleway" panose="020B0003030101060003"/>
              </a:rPr>
              <a:t>   BEGIN</a:t>
            </a:r>
            <a:endParaRPr lang="en-US" altLang="zh-CN" sz="1200" dirty="0">
              <a:latin typeface="Raleway" panose="020B0003030101060003"/>
            </a:endParaRPr>
          </a:p>
          <a:p>
            <a:pPr marL="419100" indent="-382905"/>
            <a:r>
              <a:rPr lang="en-US" altLang="zh-CN" sz="1200" dirty="0">
                <a:latin typeface="Raleway" panose="020B0003030101060003"/>
              </a:rPr>
              <a:t>   STRUCT       EMP^CDE;</a:t>
            </a:r>
            <a:endParaRPr lang="en-US" altLang="zh-CN" sz="1200" dirty="0">
              <a:latin typeface="Raleway" panose="020B0003030101060003"/>
            </a:endParaRPr>
          </a:p>
          <a:p>
            <a:pPr marL="419100" indent="-382905"/>
            <a:r>
              <a:rPr lang="en-US" altLang="zh-CN" sz="1200" dirty="0">
                <a:latin typeface="Raleway" panose="020B0003030101060003"/>
              </a:rPr>
              <a:t>      BEGIN STRING BYTE [1:6]; END;</a:t>
            </a:r>
            <a:endParaRPr lang="en-US" altLang="zh-CN" sz="1200" dirty="0">
              <a:latin typeface="Raleway" panose="020B0003030101060003"/>
            </a:endParaRPr>
          </a:p>
          <a:p>
            <a:pPr marL="419100" indent="-382905"/>
            <a:r>
              <a:rPr lang="en-US" altLang="zh-CN" sz="1200" dirty="0">
                <a:latin typeface="Raleway" panose="020B0003030101060003"/>
              </a:rPr>
              <a:t>   END;</a:t>
            </a:r>
            <a:endParaRPr lang="en-US" altLang="zh-CN" sz="1200" dirty="0">
              <a:latin typeface="Raleway" panose="020B0003030101060003"/>
            </a:endParaRPr>
          </a:p>
          <a:p>
            <a:pPr marL="419100" indent="-382905"/>
            <a:r>
              <a:rPr lang="en-US" altLang="zh-CN" sz="1200" dirty="0">
                <a:latin typeface="Raleway" panose="020B0003030101060003"/>
              </a:rPr>
              <a:t>! SCHEMA PRODUCED DATE - TIME : 6/12/2014 - 16:58:42</a:t>
            </a:r>
            <a:endParaRPr lang="en-US" altLang="zh-CN" sz="1200" dirty="0">
              <a:latin typeface="Raleway" panose="020B0003030101060003"/>
            </a:endParaRPr>
          </a:p>
          <a:p>
            <a:pPr marL="419100" indent="-382905"/>
            <a:r>
              <a:rPr lang="en-US" altLang="zh-CN" sz="1200" dirty="0">
                <a:latin typeface="Raleway" panose="020B0003030101060003"/>
              </a:rPr>
              <a:t>?Section EMP^PRIKEY</a:t>
            </a:r>
            <a:endParaRPr lang="en-US" altLang="zh-CN" sz="1200" dirty="0">
              <a:latin typeface="Raleway" panose="020B0003030101060003"/>
            </a:endParaRPr>
          </a:p>
          <a:p>
            <a:pPr marL="419100" indent="-382905"/>
            <a:r>
              <a:rPr lang="en-US" altLang="zh-CN" sz="1200" dirty="0">
                <a:latin typeface="Raleway" panose="020B0003030101060003"/>
              </a:rPr>
              <a:t>?PAGE</a:t>
            </a:r>
            <a:endParaRPr lang="en-US" altLang="zh-CN" sz="1200" dirty="0">
              <a:latin typeface="Raleway" panose="020B0003030101060003"/>
            </a:endParaRPr>
          </a:p>
          <a:p>
            <a:pPr marL="419100" indent="-382905"/>
            <a:r>
              <a:rPr lang="en-US" altLang="zh-CN" sz="1200" dirty="0">
                <a:latin typeface="Raleway" panose="020B0003030101060003"/>
              </a:rPr>
              <a:t>! Definition EMP-PRIKEY version 2 updated on 06/12/2014 at 16:58</a:t>
            </a:r>
            <a:endParaRPr lang="en-US" altLang="zh-CN" sz="1200" dirty="0">
              <a:latin typeface="Raleway" panose="020B0003030101060003"/>
            </a:endParaRPr>
          </a:p>
          <a:p>
            <a:pPr marL="419100" indent="-382905"/>
            <a:r>
              <a:rPr lang="en-US" altLang="zh-CN" sz="1200" dirty="0">
                <a:latin typeface="Raleway" panose="020B0003030101060003"/>
              </a:rPr>
              <a:t>STRUCT       EMP^PRIKEY^DEF (*) FIELDALIGN (SHARED2);</a:t>
            </a:r>
            <a:endParaRPr lang="en-US" altLang="zh-CN" sz="1200" dirty="0">
              <a:latin typeface="Raleway" panose="020B0003030101060003"/>
            </a:endParaRPr>
          </a:p>
          <a:p>
            <a:pPr marL="419100" indent="-382905"/>
            <a:r>
              <a:rPr lang="en-US" altLang="zh-CN" sz="1200" dirty="0">
                <a:latin typeface="Raleway" panose="020B0003030101060003"/>
              </a:rPr>
              <a:t>   BEGIN</a:t>
            </a:r>
            <a:endParaRPr lang="en-US" altLang="zh-CN" sz="1200" dirty="0">
              <a:latin typeface="Raleway" panose="020B0003030101060003"/>
            </a:endParaRPr>
          </a:p>
          <a:p>
            <a:pPr>
              <a:spcBef>
                <a:spcPts val="600"/>
              </a:spcBef>
              <a:buClr>
                <a:srgbClr val="FFFFFF"/>
              </a:buClr>
              <a:buSzPct val="80000"/>
            </a:pPr>
            <a:endParaRPr lang="en-IN" sz="1400" dirty="0">
              <a:latin typeface="Raleway" panose="020B0003030101060003"/>
            </a:endParaRPr>
          </a:p>
        </p:txBody>
      </p:sp>
      <p:sp>
        <p:nvSpPr>
          <p:cNvPr id="4" name="TextBox 3"/>
          <p:cNvSpPr txBox="1"/>
          <p:nvPr/>
        </p:nvSpPr>
        <p:spPr>
          <a:xfrm>
            <a:off x="6318913" y="1177841"/>
            <a:ext cx="4503762" cy="5124480"/>
          </a:xfrm>
          <a:prstGeom prst="rect">
            <a:avLst/>
          </a:prstGeom>
          <a:noFill/>
        </p:spPr>
        <p:txBody>
          <a:bodyPr wrap="square" rtlCol="0">
            <a:spAutoFit/>
          </a:bodyPr>
          <a:lstStyle/>
          <a:p>
            <a:pPr marL="419100" indent="-382905"/>
            <a:r>
              <a:rPr lang="en-US" altLang="zh-CN" sz="1200" dirty="0">
                <a:latin typeface="Raleway" panose="020B0003030101060003"/>
              </a:rPr>
              <a:t>STRUCT       EMP^CDE;</a:t>
            </a:r>
            <a:endParaRPr lang="en-US" altLang="zh-CN" sz="1200" dirty="0">
              <a:latin typeface="Raleway" panose="020B0003030101060003"/>
            </a:endParaRPr>
          </a:p>
          <a:p>
            <a:pPr marL="419100" indent="-382905"/>
            <a:r>
              <a:rPr lang="en-US" altLang="zh-CN" sz="1200" dirty="0">
                <a:latin typeface="Raleway" panose="020B0003030101060003"/>
              </a:rPr>
              <a:t>      BEGIN STRING BYTE [1:6]; END;</a:t>
            </a:r>
            <a:endParaRPr lang="en-US" altLang="zh-CN" sz="1200" dirty="0">
              <a:latin typeface="Raleway" panose="020B0003030101060003"/>
            </a:endParaRPr>
          </a:p>
          <a:p>
            <a:pPr marL="419100" indent="-382905"/>
            <a:r>
              <a:rPr lang="en-US" altLang="zh-CN" sz="1200" dirty="0">
                <a:latin typeface="Raleway" panose="020B0003030101060003"/>
              </a:rPr>
              <a:t>   END;</a:t>
            </a:r>
            <a:endParaRPr lang="en-US" altLang="zh-CN" sz="1200" dirty="0">
              <a:latin typeface="Raleway" panose="020B0003030101060003"/>
            </a:endParaRPr>
          </a:p>
          <a:p>
            <a:pPr marL="419100" indent="-382905"/>
            <a:r>
              <a:rPr lang="en-US" altLang="zh-CN" sz="1200" dirty="0">
                <a:latin typeface="Raleway" panose="020B0003030101060003"/>
              </a:rPr>
              <a:t>?PAGE</a:t>
            </a:r>
            <a:endParaRPr lang="en-US" altLang="zh-CN" sz="1200" dirty="0">
              <a:latin typeface="Raleway" panose="020B0003030101060003"/>
            </a:endParaRPr>
          </a:p>
          <a:p>
            <a:pPr marL="419100" indent="-382905"/>
            <a:r>
              <a:rPr lang="en-US" altLang="zh-CN" sz="1200" dirty="0">
                <a:latin typeface="Raleway" panose="020B0003030101060003"/>
              </a:rPr>
              <a:t>! Record EMP created on 06/12/2014 at 16:58</a:t>
            </a:r>
            <a:endParaRPr lang="en-US" altLang="zh-CN" sz="1200" dirty="0">
              <a:latin typeface="Raleway" panose="020B0003030101060003"/>
            </a:endParaRPr>
          </a:p>
          <a:p>
            <a:pPr marL="419100" indent="-382905"/>
            <a:r>
              <a:rPr lang="en-US" altLang="zh-CN" sz="1200" dirty="0">
                <a:latin typeface="Raleway" panose="020B0003030101060003"/>
              </a:rPr>
              <a:t>STRUCT       EMP^DEF (*) FIELDALIGN (SHARED2);</a:t>
            </a:r>
            <a:endParaRPr lang="en-US" altLang="zh-CN" sz="1200" dirty="0">
              <a:latin typeface="Raleway" panose="020B0003030101060003"/>
            </a:endParaRPr>
          </a:p>
          <a:p>
            <a:pPr marL="419100" indent="-382905"/>
            <a:r>
              <a:rPr lang="en-US" altLang="zh-CN" sz="1200" dirty="0">
                <a:latin typeface="Raleway" panose="020B0003030101060003"/>
              </a:rPr>
              <a:t>   BEGIN</a:t>
            </a:r>
            <a:endParaRPr lang="en-US" altLang="zh-CN" sz="1200" dirty="0">
              <a:latin typeface="Raleway" panose="020B0003030101060003"/>
            </a:endParaRPr>
          </a:p>
          <a:p>
            <a:pPr marL="419100" indent="-382905"/>
            <a:r>
              <a:rPr lang="en-US" altLang="zh-CN" sz="1200" dirty="0">
                <a:latin typeface="Raleway" panose="020B0003030101060003"/>
              </a:rPr>
              <a:t>   STRUCT       PRIKEY;</a:t>
            </a:r>
            <a:endParaRPr lang="en-US" altLang="zh-CN" sz="1200" dirty="0">
              <a:latin typeface="Raleway" panose="020B0003030101060003"/>
            </a:endParaRPr>
          </a:p>
          <a:p>
            <a:pPr marL="419100" indent="-382905"/>
            <a:r>
              <a:rPr lang="en-US" altLang="zh-CN" sz="1200" dirty="0">
                <a:latin typeface="Raleway" panose="020B0003030101060003"/>
              </a:rPr>
              <a:t>      BEGIN</a:t>
            </a:r>
            <a:endParaRPr lang="en-US" altLang="zh-CN" sz="1200" dirty="0">
              <a:latin typeface="Raleway" panose="020B0003030101060003"/>
            </a:endParaRPr>
          </a:p>
          <a:p>
            <a:pPr marL="419100" indent="-382905"/>
            <a:r>
              <a:rPr lang="en-US" altLang="zh-CN" sz="1200" dirty="0">
                <a:latin typeface="Raleway" panose="020B0003030101060003"/>
              </a:rPr>
              <a:t>      STRUCT       EMP^CDE;</a:t>
            </a:r>
            <a:endParaRPr lang="en-US" altLang="zh-CN" sz="1200" dirty="0">
              <a:latin typeface="Raleway" panose="020B0003030101060003"/>
            </a:endParaRPr>
          </a:p>
          <a:p>
            <a:pPr marL="419100" indent="-382905"/>
            <a:r>
              <a:rPr lang="en-US" altLang="zh-CN" sz="1200" dirty="0">
                <a:latin typeface="Raleway" panose="020B0003030101060003"/>
              </a:rPr>
              <a:t>         BEGIN STRING BYTE [1:6]; END;</a:t>
            </a:r>
            <a:endParaRPr lang="en-US" altLang="zh-CN" sz="1200" dirty="0">
              <a:latin typeface="Raleway" panose="020B0003030101060003"/>
            </a:endParaRPr>
          </a:p>
          <a:p>
            <a:pPr marL="419100" indent="-382905"/>
            <a:r>
              <a:rPr lang="en-US" altLang="zh-CN" sz="1200" dirty="0">
                <a:latin typeface="Raleway" panose="020B0003030101060003"/>
              </a:rPr>
              <a:t>      END;</a:t>
            </a:r>
            <a:endParaRPr lang="en-US" altLang="zh-CN" sz="1200" dirty="0">
              <a:latin typeface="Raleway" panose="020B0003030101060003"/>
            </a:endParaRPr>
          </a:p>
          <a:p>
            <a:pPr marL="419100" indent="-382905"/>
            <a:r>
              <a:rPr lang="en-US" altLang="zh-CN" sz="1200" dirty="0">
                <a:latin typeface="Raleway" panose="020B0003030101060003"/>
              </a:rPr>
              <a:t>   STRUCT       EMP^FIRST^NAME;</a:t>
            </a:r>
            <a:endParaRPr lang="en-US" altLang="zh-CN" sz="1200" dirty="0">
              <a:latin typeface="Raleway" panose="020B0003030101060003"/>
            </a:endParaRPr>
          </a:p>
          <a:p>
            <a:pPr marL="419100" indent="-382905"/>
            <a:r>
              <a:rPr lang="en-US" altLang="zh-CN" sz="1200" dirty="0">
                <a:latin typeface="Raleway" panose="020B0003030101060003"/>
              </a:rPr>
              <a:t>      BEGIN STRING BYTE [1:20]; END;</a:t>
            </a:r>
            <a:endParaRPr lang="en-US" altLang="zh-CN" sz="1200" dirty="0">
              <a:latin typeface="Raleway" panose="020B0003030101060003"/>
            </a:endParaRPr>
          </a:p>
          <a:p>
            <a:pPr marL="419100" indent="-382905"/>
            <a:r>
              <a:rPr lang="en-US" altLang="zh-CN" sz="1200" dirty="0">
                <a:latin typeface="Raleway" panose="020B0003030101060003"/>
              </a:rPr>
              <a:t>   STRUCT       EMP^LAST^NAME;</a:t>
            </a:r>
            <a:endParaRPr lang="en-US" altLang="zh-CN" sz="1200" dirty="0">
              <a:latin typeface="Raleway" panose="020B0003030101060003"/>
            </a:endParaRPr>
          </a:p>
          <a:p>
            <a:pPr marL="419100" indent="-382905"/>
            <a:r>
              <a:rPr lang="en-US" altLang="zh-CN" sz="1200" dirty="0">
                <a:latin typeface="Raleway" panose="020B0003030101060003"/>
              </a:rPr>
              <a:t>      BEGIN STRING BYTE [1:20]; END;</a:t>
            </a:r>
            <a:endParaRPr lang="en-US" altLang="zh-CN" sz="1200" dirty="0">
              <a:latin typeface="Raleway" panose="020B0003030101060003"/>
            </a:endParaRPr>
          </a:p>
          <a:p>
            <a:pPr marL="419100" indent="-382905"/>
            <a:r>
              <a:rPr lang="en-US" altLang="zh-CN" sz="1200" dirty="0">
                <a:latin typeface="Raleway" panose="020B0003030101060003"/>
              </a:rPr>
              <a:t>   STRUCT       EMP^ADDRESS;</a:t>
            </a:r>
            <a:endParaRPr lang="en-US" altLang="zh-CN" sz="1200" dirty="0">
              <a:latin typeface="Raleway" panose="020B0003030101060003"/>
            </a:endParaRPr>
          </a:p>
          <a:p>
            <a:pPr marL="419100" indent="-382905"/>
            <a:r>
              <a:rPr lang="en-US" altLang="zh-CN" sz="1200" dirty="0">
                <a:latin typeface="Raleway" panose="020B0003030101060003"/>
              </a:rPr>
              <a:t>      BEGIN STRING BYTE [1:40]; END;</a:t>
            </a:r>
            <a:endParaRPr lang="en-US" altLang="zh-CN" sz="1200" dirty="0">
              <a:latin typeface="Raleway" panose="020B0003030101060003"/>
            </a:endParaRPr>
          </a:p>
          <a:p>
            <a:pPr marL="419100" indent="-382905"/>
            <a:r>
              <a:rPr lang="en-US" altLang="zh-CN" sz="1200" dirty="0">
                <a:latin typeface="Raleway" panose="020B0003030101060003"/>
              </a:rPr>
              <a:t>   STRUCT       EMP^AGE;</a:t>
            </a:r>
            <a:endParaRPr lang="en-US" altLang="zh-CN" sz="1200" dirty="0">
              <a:latin typeface="Raleway" panose="020B0003030101060003"/>
            </a:endParaRPr>
          </a:p>
          <a:p>
            <a:pPr marL="419100" indent="-382905"/>
            <a:r>
              <a:rPr lang="en-US" altLang="zh-CN" sz="1200" dirty="0">
                <a:latin typeface="Raleway" panose="020B0003030101060003"/>
              </a:rPr>
              <a:t>      BEGIN STRING BYTE [1:3]; END;</a:t>
            </a:r>
            <a:endParaRPr lang="en-US" altLang="zh-CN" sz="1200" dirty="0">
              <a:latin typeface="Raleway" panose="020B0003030101060003"/>
            </a:endParaRPr>
          </a:p>
          <a:p>
            <a:pPr marL="419100" indent="-382905"/>
            <a:r>
              <a:rPr lang="en-US" altLang="zh-CN" sz="1200" dirty="0">
                <a:latin typeface="Raleway" panose="020B0003030101060003"/>
              </a:rPr>
              <a:t>   END;</a:t>
            </a:r>
            <a:endParaRPr lang="en-US" altLang="zh-CN" sz="1200" dirty="0">
              <a:latin typeface="Raleway" panose="020B0003030101060003"/>
            </a:endParaRPr>
          </a:p>
          <a:p>
            <a:pPr marL="419100" indent="-382905"/>
            <a:r>
              <a:rPr lang="en-US" altLang="zh-CN" sz="1200" dirty="0">
                <a:latin typeface="Raleway" panose="020B0003030101060003"/>
              </a:rPr>
              <a:t>   LITERAL EMP^PRIKEY^KEY = %000000;</a:t>
            </a:r>
            <a:endParaRPr lang="en-US" altLang="zh-CN" sz="1200" dirty="0">
              <a:latin typeface="Raleway" panose="020B0003030101060003"/>
            </a:endParaRPr>
          </a:p>
          <a:p>
            <a:pPr marL="419100" indent="-382905"/>
            <a:endParaRPr lang="en-US" altLang="zh-CN" sz="1200" dirty="0">
              <a:latin typeface="Raleway" panose="020B0003030101060003"/>
            </a:endParaRPr>
          </a:p>
          <a:p>
            <a:pPr marL="419100" indent="-382905"/>
            <a:endParaRPr lang="en-US" altLang="zh-CN" sz="3200" dirty="0"/>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en-US" b="1" dirty="0">
                <a:solidFill>
                  <a:srgbClr val="1F6AAD"/>
                </a:solidFill>
                <a:cs typeface="Arial" panose="020B0604020202020204" pitchFamily="34" charset="0"/>
              </a:rPr>
              <a:t>Example 1: FUP Output created </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4" name="Rectangle 3"/>
          <p:cNvSpPr/>
          <p:nvPr/>
        </p:nvSpPr>
        <p:spPr>
          <a:xfrm>
            <a:off x="457200" y="967200"/>
            <a:ext cx="8017565" cy="5539978"/>
          </a:xfrm>
          <a:prstGeom prst="rect">
            <a:avLst/>
          </a:prstGeom>
        </p:spPr>
        <p:txBody>
          <a:bodyPr wrap="square">
            <a:spAutoFit/>
          </a:bodyPr>
          <a:lstStyle/>
          <a:p>
            <a:pPr marL="419100" indent="-382905"/>
            <a:endParaRPr lang="en-US" altLang="zh-CN" sz="1400" dirty="0">
              <a:latin typeface="Raleway" panose="020B0003030101060003"/>
            </a:endParaRPr>
          </a:p>
          <a:p>
            <a:pPr marL="419100" indent="-382905"/>
            <a:r>
              <a:rPr lang="en-US" altLang="zh-CN" sz="1400" dirty="0">
                <a:latin typeface="Raleway" panose="020B0003030101060003"/>
              </a:rPr>
              <a:t>&lt; SCHEMA PRODUCED DATE - TIME : 6/12/2014 - 16:54:34</a:t>
            </a:r>
            <a:endParaRPr lang="en-US" altLang="zh-CN" sz="1400" dirty="0">
              <a:latin typeface="Raleway" panose="020B0003030101060003"/>
            </a:endParaRPr>
          </a:p>
          <a:p>
            <a:pPr marL="419100" indent="-382905"/>
            <a:r>
              <a:rPr lang="en-US" altLang="zh-CN" sz="1400" dirty="0">
                <a:latin typeface="Raleway" panose="020B0003030101060003"/>
              </a:rPr>
              <a:t>&lt; Section EMP-PRIKEY</a:t>
            </a:r>
            <a:endParaRPr lang="en-US" altLang="zh-CN" sz="1400" dirty="0">
              <a:latin typeface="Raleway" panose="020B0003030101060003"/>
            </a:endParaRPr>
          </a:p>
          <a:p>
            <a:pPr marL="419100" indent="-382905"/>
            <a:r>
              <a:rPr lang="en-US" altLang="zh-CN" sz="1400" dirty="0">
                <a:latin typeface="Raleway" panose="020B0003030101060003"/>
              </a:rPr>
              <a:t>&lt; SCHEMA PRODUCED DATE - TIME : 6/12/2014 - 16:56:12</a:t>
            </a:r>
            <a:endParaRPr lang="en-US" altLang="zh-CN" sz="1400" dirty="0">
              <a:latin typeface="Raleway" panose="020B0003030101060003"/>
            </a:endParaRPr>
          </a:p>
          <a:p>
            <a:pPr marL="419100" indent="-382905"/>
            <a:r>
              <a:rPr lang="en-US" altLang="zh-CN" sz="1400" dirty="0">
                <a:latin typeface="Raleway" panose="020B0003030101060003"/>
              </a:rPr>
              <a:t>&lt; Section EMP-PRIKEY</a:t>
            </a:r>
            <a:endParaRPr lang="en-US" altLang="zh-CN" sz="1400" dirty="0">
              <a:latin typeface="Raleway" panose="020B0003030101060003"/>
            </a:endParaRPr>
          </a:p>
          <a:p>
            <a:pPr marL="419100" indent="-382905"/>
            <a:r>
              <a:rPr lang="en-US" altLang="zh-CN" sz="1400" dirty="0">
                <a:latin typeface="Raleway" panose="020B0003030101060003"/>
              </a:rPr>
              <a:t>&lt; SCHEMA PRODUCED DATE - TIME : 6/12/2014 - 16:58:42</a:t>
            </a:r>
            <a:endParaRPr lang="en-US" altLang="zh-CN" sz="1400" dirty="0">
              <a:latin typeface="Raleway" panose="020B0003030101060003"/>
            </a:endParaRPr>
          </a:p>
          <a:p>
            <a:pPr marL="419100" indent="-382905"/>
            <a:r>
              <a:rPr lang="en-US" altLang="zh-CN" sz="1400" dirty="0">
                <a:latin typeface="Raleway" panose="020B0003030101060003"/>
              </a:rPr>
              <a:t>&lt; Section EMP-PRIKEY</a:t>
            </a:r>
            <a:endParaRPr lang="en-US" altLang="zh-CN" sz="1400" dirty="0">
              <a:latin typeface="Raleway" panose="020B0003030101060003"/>
            </a:endParaRPr>
          </a:p>
          <a:p>
            <a:pPr marL="419100" indent="-382905"/>
            <a:r>
              <a:rPr lang="en-US" altLang="zh-CN" sz="1400" dirty="0">
                <a:latin typeface="Raleway" panose="020B0003030101060003"/>
              </a:rPr>
              <a:t>&lt; Record EMP created on 06/12/2014 at 16:58</a:t>
            </a:r>
            <a:endParaRPr lang="en-US" altLang="zh-CN" sz="1400" dirty="0">
              <a:latin typeface="Raleway" panose="020B0003030101060003"/>
            </a:endParaRPr>
          </a:p>
          <a:p>
            <a:pPr marL="419100" indent="-382905"/>
            <a:r>
              <a:rPr lang="en-US" altLang="zh-CN" sz="1400" dirty="0">
                <a:latin typeface="Raleway" panose="020B0003030101060003"/>
              </a:rPr>
              <a:t>RESET</a:t>
            </a:r>
            <a:endParaRPr lang="en-US" altLang="zh-CN" sz="1400" dirty="0">
              <a:latin typeface="Raleway" panose="020B0003030101060003"/>
            </a:endParaRPr>
          </a:p>
          <a:p>
            <a:pPr marL="419100" indent="-382905"/>
            <a:r>
              <a:rPr lang="en-US" altLang="zh-CN" sz="1400" dirty="0">
                <a:latin typeface="Raleway" panose="020B0003030101060003"/>
              </a:rPr>
              <a:t>   SET TYPE K</a:t>
            </a:r>
            <a:endParaRPr lang="en-US" altLang="zh-CN" sz="1400" dirty="0">
              <a:latin typeface="Raleway" panose="020B0003030101060003"/>
            </a:endParaRPr>
          </a:p>
          <a:p>
            <a:pPr marL="419100" indent="-382905"/>
            <a:r>
              <a:rPr lang="en-US" altLang="zh-CN" sz="1400" dirty="0">
                <a:latin typeface="Raleway" panose="020B0003030101060003"/>
              </a:rPr>
              <a:t>   SET KEYLEN 6</a:t>
            </a:r>
            <a:endParaRPr lang="en-US" altLang="zh-CN" sz="1400" dirty="0">
              <a:latin typeface="Raleway" panose="020B0003030101060003"/>
            </a:endParaRPr>
          </a:p>
          <a:p>
            <a:pPr marL="419100" indent="-382905"/>
            <a:r>
              <a:rPr lang="en-US" altLang="zh-CN" sz="1400" dirty="0">
                <a:latin typeface="Raleway" panose="020B0003030101060003"/>
              </a:rPr>
              <a:t>   SET REC 89</a:t>
            </a:r>
            <a:endParaRPr lang="en-US" altLang="zh-CN" sz="1400" dirty="0">
              <a:latin typeface="Raleway" panose="020B0003030101060003"/>
            </a:endParaRPr>
          </a:p>
          <a:p>
            <a:pPr marL="419100" indent="-382905"/>
            <a:r>
              <a:rPr lang="en-US" altLang="zh-CN" sz="1400" dirty="0">
                <a:latin typeface="Raleway" panose="020B0003030101060003"/>
              </a:rPr>
              <a:t>   SET BLOCK 4096</a:t>
            </a:r>
            <a:endParaRPr lang="en-US" altLang="zh-CN" sz="1400" dirty="0">
              <a:latin typeface="Raleway" panose="020B0003030101060003"/>
            </a:endParaRPr>
          </a:p>
          <a:p>
            <a:pPr marL="419100" indent="-382905"/>
            <a:r>
              <a:rPr lang="en-US" altLang="zh-CN" sz="1400" dirty="0">
                <a:latin typeface="Raleway" panose="020B0003030101060003"/>
              </a:rPr>
              <a:t>   SET IBLOCK 4096</a:t>
            </a:r>
            <a:endParaRPr lang="en-US" altLang="zh-CN" sz="1400" dirty="0">
              <a:latin typeface="Raleway" panose="020B0003030101060003"/>
            </a:endParaRPr>
          </a:p>
          <a:p>
            <a:pPr marL="419100" indent="-382905"/>
            <a:r>
              <a:rPr lang="en-US" altLang="zh-CN" sz="1400" dirty="0">
                <a:latin typeface="Raleway" panose="020B0003030101060003"/>
              </a:rPr>
              <a:t>   SET EXT( 4, 4 )</a:t>
            </a:r>
            <a:endParaRPr lang="en-US" altLang="zh-CN" sz="1400" dirty="0">
              <a:latin typeface="Raleway" panose="020B0003030101060003"/>
            </a:endParaRPr>
          </a:p>
          <a:p>
            <a:pPr marL="419100" indent="-382905"/>
            <a:r>
              <a:rPr lang="en-US" altLang="zh-CN" sz="1400" dirty="0">
                <a:latin typeface="Raleway" panose="020B0003030101060003"/>
              </a:rPr>
              <a:t>   SET AUDIT</a:t>
            </a:r>
            <a:endParaRPr lang="en-US" altLang="zh-CN" sz="1400" dirty="0">
              <a:latin typeface="Raleway" panose="020B0003030101060003"/>
            </a:endParaRPr>
          </a:p>
          <a:p>
            <a:pPr marL="419100" indent="-382905"/>
            <a:r>
              <a:rPr lang="en-US" altLang="zh-CN" sz="1400" dirty="0">
                <a:latin typeface="Raleway" panose="020B0003030101060003"/>
              </a:rPr>
              <a:t>   SET MAXEXTENTS 100</a:t>
            </a:r>
            <a:endParaRPr lang="en-US" altLang="zh-CN" sz="1400" dirty="0">
              <a:latin typeface="Raleway" panose="020B0003030101060003"/>
            </a:endParaRPr>
          </a:p>
          <a:p>
            <a:pPr marL="419100" indent="-382905"/>
            <a:r>
              <a:rPr lang="en-US" altLang="zh-CN" sz="1400" dirty="0">
                <a:latin typeface="Raleway" panose="020B0003030101060003"/>
              </a:rPr>
              <a:t>   SET AUDITCOMPRESS</a:t>
            </a:r>
            <a:endParaRPr lang="en-US" altLang="zh-CN" sz="1400" dirty="0">
              <a:latin typeface="Raleway" panose="020B0003030101060003"/>
            </a:endParaRPr>
          </a:p>
          <a:p>
            <a:pPr marL="419100" indent="-382905"/>
            <a:r>
              <a:rPr lang="en-US" altLang="zh-CN" sz="1400" dirty="0">
                <a:latin typeface="Raleway" panose="020B0003030101060003"/>
              </a:rPr>
              <a:t>CREATE EMP</a:t>
            </a:r>
            <a:endParaRPr lang="en-US" altLang="zh-CN" sz="1400" dirty="0">
              <a:latin typeface="Raleway" panose="020B0003030101060003"/>
            </a:endParaRPr>
          </a:p>
          <a:p>
            <a:pPr marL="419100" indent="-382905">
              <a:buFont typeface="Wingdings 2" panose="05020102010507070707" pitchFamily="18" charset="2"/>
              <a:buChar char=""/>
            </a:pPr>
            <a:endParaRPr lang="en-US" altLang="zh-CN" sz="1600" dirty="0"/>
          </a:p>
          <a:p>
            <a:pPr marL="419100" indent="-382905"/>
            <a:endParaRPr lang="en-US" altLang="zh-CN" sz="5400" dirty="0"/>
          </a:p>
          <a:p>
            <a:pPr>
              <a:lnSpc>
                <a:spcPct val="100000"/>
              </a:lnSpc>
              <a:spcAft>
                <a:spcPts val="1290"/>
              </a:spcAft>
              <a:buClrTx/>
              <a:buSzTx/>
              <a:buFontTx/>
              <a:buNone/>
            </a:pPr>
            <a:endParaRPr lang="en-IN" altLang="en-US" sz="1800" dirty="0">
              <a:latin typeface="Courier New" panose="02070309020205020404" pitchFamily="49" charset="0"/>
              <a:ea typeface="Arial Unicode MS" panose="020B0604020202020204" pitchFamily="34" charset="-128"/>
              <a:cs typeface="Arial Unicode MS" panose="020B060402020202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3A2CB9-B5A8-4900-A386-203D8D5C0F2B}" type="slidenum">
              <a:rPr lang="en-US" smtClean="0"/>
            </a:fld>
            <a:endParaRPr lang="en-US" dirty="0"/>
          </a:p>
        </p:txBody>
      </p:sp>
      <p:sp>
        <p:nvSpPr>
          <p:cNvPr id="7" name="Title 1"/>
          <p:cNvSpPr>
            <a:spLocks noGrp="1"/>
          </p:cNvSpPr>
          <p:nvPr>
            <p:ph type="title"/>
          </p:nvPr>
        </p:nvSpPr>
        <p:spPr>
          <a:xfrm>
            <a:off x="457200" y="187325"/>
            <a:ext cx="10515600" cy="777875"/>
          </a:xfrm>
        </p:spPr>
        <p:txBody>
          <a:bodyPr/>
          <a:lstStyle/>
          <a:p>
            <a:r>
              <a:rPr lang="en-US" altLang="zh-CN" b="1" dirty="0">
                <a:solidFill>
                  <a:srgbClr val="1F6AAD"/>
                </a:solidFill>
                <a:cs typeface="Arial" panose="020B0604020202020204" pitchFamily="34" charset="0"/>
              </a:rPr>
              <a:t>Where to Get More Information</a:t>
            </a:r>
            <a:endParaRPr lang="en-US" b="1" dirty="0">
              <a:solidFill>
                <a:srgbClr val="1F6AAD"/>
              </a:solidFill>
              <a:cs typeface="Arial" panose="020B0604020202020204" pitchFamily="34" charset="0"/>
            </a:endParaRPr>
          </a:p>
        </p:txBody>
      </p:sp>
      <p:sp>
        <p:nvSpPr>
          <p:cNvPr id="8" name="Content Placeholder 2"/>
          <p:cNvSpPr txBox="1"/>
          <p:nvPr/>
        </p:nvSpPr>
        <p:spPr>
          <a:xfrm>
            <a:off x="692727" y="1569067"/>
            <a:ext cx="10806545" cy="39358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sz="2000" dirty="0">
              <a:latin typeface="Century Gothic" panose="020B0502020202020204" pitchFamily="34" charset="0"/>
            </a:endParaRPr>
          </a:p>
        </p:txBody>
      </p:sp>
      <p:sp>
        <p:nvSpPr>
          <p:cNvPr id="5" name="Text Box 2"/>
          <p:cNvSpPr txBox="1">
            <a:spLocks noChangeArrowheads="1"/>
          </p:cNvSpPr>
          <p:nvPr/>
        </p:nvSpPr>
        <p:spPr bwMode="auto">
          <a:xfrm>
            <a:off x="-142160" y="628072"/>
            <a:ext cx="84582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marL="417830" indent="-38100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5pPr>
            <a:lvl6pPr marL="25146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6pPr>
            <a:lvl7pPr marL="29718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7pPr>
            <a:lvl8pPr marL="34290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8pPr>
            <a:lvl9pPr marL="3886200" indent="-228600" defTabSz="448945"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icrosoft YaHei" panose="020B0503020204020204" pitchFamily="34" charset="-122"/>
              </a:defRPr>
            </a:lvl9pPr>
          </a:lstStyle>
          <a:p>
            <a:pPr marL="36830" indent="0">
              <a:spcBef>
                <a:spcPts val="600"/>
              </a:spcBef>
              <a:buClr>
                <a:srgbClr val="FFFFFF"/>
              </a:buClr>
              <a:buSzPct val="80000"/>
            </a:pPr>
            <a:endParaRPr lang="en-IN" altLang="en-US" sz="1600" dirty="0">
              <a:solidFill>
                <a:schemeClr val="tx1"/>
              </a:solidFill>
              <a:latin typeface="Raleway" panose="020B0003030101060003"/>
              <a:ea typeface="Arial Unicode MS" panose="020B0604020202020204" pitchFamily="34" charset="-128"/>
              <a:cs typeface="Arial Unicode MS" panose="020B0604020202020204" pitchFamily="34" charset="-128"/>
            </a:endParaRPr>
          </a:p>
        </p:txBody>
      </p:sp>
      <p:sp>
        <p:nvSpPr>
          <p:cNvPr id="4" name="Rectangle 3"/>
          <p:cNvSpPr/>
          <p:nvPr/>
        </p:nvSpPr>
        <p:spPr>
          <a:xfrm>
            <a:off x="457200" y="1557654"/>
            <a:ext cx="8017565" cy="1677382"/>
          </a:xfrm>
          <a:prstGeom prst="rect">
            <a:avLst/>
          </a:prstGeom>
        </p:spPr>
        <p:txBody>
          <a:bodyPr wrap="square">
            <a:spAutoFit/>
          </a:bodyPr>
          <a:lstStyle/>
          <a:p>
            <a:pPr marL="419100" indent="-382905">
              <a:buFont typeface="Wingdings 2" panose="05020102010507070707" pitchFamily="18" charset="2"/>
              <a:buChar char=""/>
            </a:pPr>
            <a:r>
              <a:rPr lang="en-US" altLang="zh-CN" sz="1600" dirty="0">
                <a:latin typeface="Raleway" panose="020B0003030101060003"/>
              </a:rPr>
              <a:t>TIM (Total Information Management)</a:t>
            </a:r>
            <a:endParaRPr lang="en-US" altLang="zh-CN" sz="1600" dirty="0">
              <a:latin typeface="Raleway" panose="020B0003030101060003"/>
            </a:endParaRPr>
          </a:p>
          <a:p>
            <a:pPr marL="419100" indent="-382905">
              <a:buFont typeface="Wingdings 2" panose="05020102010507070707" pitchFamily="18" charset="2"/>
              <a:buChar char=""/>
            </a:pPr>
            <a:endParaRPr lang="en-US" altLang="zh-CN" sz="1600" dirty="0">
              <a:latin typeface="Raleway" panose="020B0003030101060003"/>
            </a:endParaRPr>
          </a:p>
          <a:p>
            <a:pPr marL="419100" indent="-382905">
              <a:buFont typeface="Wingdings 2" panose="05020102010507070707" pitchFamily="18" charset="2"/>
              <a:buChar char=""/>
            </a:pPr>
            <a:r>
              <a:rPr lang="en-US" altLang="zh-CN" sz="1600" dirty="0">
                <a:latin typeface="Raleway" panose="020B0003030101060003"/>
              </a:rPr>
              <a:t>HP – Web site </a:t>
            </a:r>
            <a:endParaRPr lang="en-US" altLang="zh-CN" sz="1600" dirty="0">
              <a:latin typeface="Raleway" panose="020B0003030101060003"/>
            </a:endParaRPr>
          </a:p>
          <a:p>
            <a:pPr marL="419100" indent="-382905">
              <a:buFont typeface="Wingdings 2" panose="05020102010507070707" pitchFamily="18" charset="2"/>
              <a:buChar char=""/>
            </a:pPr>
            <a:endParaRPr lang="en-US" altLang="zh-CN" sz="1600" dirty="0">
              <a:latin typeface="Raleway" panose="020B0003030101060003"/>
            </a:endParaRPr>
          </a:p>
          <a:p>
            <a:pPr marL="419100" indent="-382905">
              <a:buFont typeface="Wingdings 2" panose="05020102010507070707" pitchFamily="18" charset="2"/>
              <a:buChar char=""/>
            </a:pPr>
            <a:r>
              <a:rPr lang="en-US" altLang="zh-CN" sz="1600" dirty="0">
                <a:latin typeface="Raleway" panose="020B0003030101060003"/>
              </a:rPr>
              <a:t>ITUG (Documentation)</a:t>
            </a:r>
            <a:endParaRPr lang="en-US" altLang="zh-CN" sz="1600" dirty="0">
              <a:latin typeface="Raleway" panose="020B0003030101060003"/>
            </a:endParaRPr>
          </a:p>
          <a:p>
            <a:pPr>
              <a:spcBef>
                <a:spcPts val="600"/>
              </a:spcBef>
              <a:buClr>
                <a:srgbClr val="FFFFFF"/>
              </a:buClr>
              <a:buSzPct val="80000"/>
            </a:pPr>
            <a:endParaRPr lang="en-IN" altLang="en-US" sz="1800" dirty="0">
              <a:latin typeface="Courier New" panose="02070309020205020404" pitchFamily="49" charset="0"/>
              <a:ea typeface="Arial Unicode MS" panose="020B0604020202020204" pitchFamily="34" charset="-128"/>
              <a:cs typeface="Arial Unicode MS" panose="020B060402020202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815921" y="2376942"/>
            <a:ext cx="2662529" cy="97156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rgbClr val="1F6AAD"/>
                </a:solidFill>
                <a:latin typeface="Raleway Extrabold" panose="020B0003030101060003" pitchFamily="34" charset="0"/>
              </a:rPr>
              <a:t>THANK</a:t>
            </a:r>
            <a:endParaRPr lang="en-US" sz="3600" b="1" dirty="0">
              <a:solidFill>
                <a:srgbClr val="1F6AAD"/>
              </a:solidFill>
              <a:latin typeface="Raleway Extrabold" panose="020B0003030101060003" pitchFamily="34" charset="0"/>
            </a:endParaRPr>
          </a:p>
          <a:p>
            <a:pPr algn="ctr"/>
            <a:r>
              <a:rPr lang="en-US" sz="3600" b="1" dirty="0">
                <a:solidFill>
                  <a:srgbClr val="1F6AAD"/>
                </a:solidFill>
                <a:latin typeface="Raleway Extrabold" panose="020B0003030101060003" pitchFamily="34" charset="0"/>
              </a:rPr>
              <a:t>YOU!</a:t>
            </a:r>
            <a:endParaRPr lang="en-IN" sz="3600" dirty="0">
              <a:latin typeface="Raleway Extrabold" panose="020B0003030101060003" pitchFamily="34" charset="0"/>
            </a:endParaRPr>
          </a:p>
        </p:txBody>
      </p:sp>
      <p:pic>
        <p:nvPicPr>
          <p:cNvPr id="6" name="Picture 5"/>
          <p:cNvPicPr>
            <a:picLocks noChangeAspect="1"/>
          </p:cNvPicPr>
          <p:nvPr/>
        </p:nvPicPr>
        <p:blipFill>
          <a:blip r:embed="rId1"/>
          <a:stretch>
            <a:fillRect/>
          </a:stretch>
        </p:blipFill>
        <p:spPr>
          <a:xfrm>
            <a:off x="6669740" y="280575"/>
            <a:ext cx="4673769" cy="4680520"/>
          </a:xfrm>
          <a:prstGeom prst="rect">
            <a:avLst/>
          </a:prstGeom>
        </p:spPr>
      </p:pic>
      <p:sp>
        <p:nvSpPr>
          <p:cNvPr id="7" name="Rectangle 6"/>
          <p:cNvSpPr/>
          <p:nvPr/>
        </p:nvSpPr>
        <p:spPr>
          <a:xfrm>
            <a:off x="399246" y="5579282"/>
            <a:ext cx="11449319" cy="923330"/>
          </a:xfrm>
          <a:prstGeom prst="rect">
            <a:avLst/>
          </a:prstGeom>
        </p:spPr>
        <p:txBody>
          <a:bodyPr wrap="square">
            <a:spAutoFit/>
          </a:bodyPr>
          <a:lstStyle/>
          <a:p>
            <a:pPr algn="ctr"/>
            <a:r>
              <a:rPr lang="en-US" sz="1400" b="1" dirty="0">
                <a:latin typeface="Raleway" panose="020B0503030101060003" pitchFamily="34" charset="0"/>
              </a:rPr>
              <a:t>Concerto Software and Systems Private Limited</a:t>
            </a:r>
            <a:endParaRPr lang="en-US" sz="1400" b="1" dirty="0">
              <a:latin typeface="Raleway" panose="020B0503030101060003" pitchFamily="34" charset="0"/>
            </a:endParaRPr>
          </a:p>
          <a:p>
            <a:pPr algn="ctr"/>
            <a:r>
              <a:rPr lang="en-US" sz="1200" dirty="0">
                <a:latin typeface="Raleway" panose="020B0503030101060003" pitchFamily="34" charset="0"/>
              </a:rPr>
              <a:t>311-313, Building 2, Sector 1, Millennium Business Park, Mahape, Navi Mumbai -400 710</a:t>
            </a:r>
            <a:endParaRPr lang="en-US" sz="1200" dirty="0">
              <a:latin typeface="Raleway" panose="020B0503030101060003" pitchFamily="34" charset="0"/>
            </a:endParaRPr>
          </a:p>
          <a:p>
            <a:pPr algn="ctr">
              <a:lnSpc>
                <a:spcPct val="200000"/>
              </a:lnSpc>
            </a:pPr>
            <a:r>
              <a:rPr lang="en-US" sz="1400" dirty="0">
                <a:latin typeface="Raleway" panose="020B0503030101060003" pitchFamily="34" charset="0"/>
              </a:rPr>
              <a:t> </a:t>
            </a:r>
            <a:endParaRPr lang="en-US" sz="1400" dirty="0">
              <a:latin typeface="Raleway" panose="020B0503030101060003" pitchFamily="34" charset="0"/>
            </a:endParaRPr>
          </a:p>
        </p:txBody>
      </p:sp>
      <p:sp>
        <p:nvSpPr>
          <p:cNvPr id="8" name="Slide Number Placeholder 2"/>
          <p:cNvSpPr>
            <a:spLocks noGrp="1"/>
          </p:cNvSpPr>
          <p:nvPr>
            <p:ph type="sldNum" sz="quarter" idx="12"/>
          </p:nvPr>
        </p:nvSpPr>
        <p:spPr>
          <a:xfrm>
            <a:off x="5727700" y="6302321"/>
            <a:ext cx="457200" cy="365125"/>
          </a:xfrm>
        </p:spPr>
        <p:txBody>
          <a:bodyPr/>
          <a:lstStyle/>
          <a:p>
            <a:pPr algn="ctr"/>
            <a:r>
              <a:rPr lang="en-US" dirty="0"/>
              <a:t>42</a:t>
            </a:r>
            <a:endParaRPr lang="en-US" dirty="0"/>
          </a:p>
        </p:txBody>
      </p:sp>
    </p:spTree>
  </p:cSld>
  <p:clrMapOvr>
    <a:masterClrMapping/>
  </p:clrMapOvr>
</p:sld>
</file>

<file path=ppt/theme/theme1.xml><?xml version="1.0" encoding="utf-8"?>
<a:theme xmlns:a="http://schemas.openxmlformats.org/drawingml/2006/main" name="corp2015">
  <a:themeElements>
    <a:clrScheme name="Indegene_new1">
      <a:dk1>
        <a:sysClr val="windowText" lastClr="000000"/>
      </a:dk1>
      <a:lt1>
        <a:sysClr val="window" lastClr="FFFFFF"/>
      </a:lt1>
      <a:dk2>
        <a:srgbClr val="00B0F0"/>
      </a:dk2>
      <a:lt2>
        <a:srgbClr val="EEECE1"/>
      </a:lt2>
      <a:accent1>
        <a:srgbClr val="1DBECF"/>
      </a:accent1>
      <a:accent2>
        <a:srgbClr val="7CAB27"/>
      </a:accent2>
      <a:accent3>
        <a:srgbClr val="595959"/>
      </a:accent3>
      <a:accent4>
        <a:srgbClr val="FFC000"/>
      </a:accent4>
      <a:accent5>
        <a:srgbClr val="49D9E7"/>
      </a:accent5>
      <a:accent6>
        <a:srgbClr val="00B0F0"/>
      </a:accent6>
      <a:hlink>
        <a:srgbClr val="C0C0C0"/>
      </a:hlink>
      <a:folHlink>
        <a:srgbClr val="7F7F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6BECF"/>
        </a:solidFill>
        <a:ln>
          <a:noFill/>
        </a:ln>
      </a:spPr>
      <a:bodyPr rtlCol="0" anchor="ctr"/>
      <a:lstStyle>
        <a:defPPr algn="ctr">
          <a:defRPr sz="1200" dirty="0">
            <a:solidFill>
              <a:schemeClr val="bg1"/>
            </a:solidFill>
            <a:latin typeface="Myriad Pro" pitchFamily="34" charset="0"/>
            <a:ea typeface="Segoe UI" panose="020B0502040204020203" pitchFamily="34" charset="0"/>
            <a:cs typeface="Segoe UI" panose="020B0502040204020203" pitchFamily="34" charset="0"/>
          </a:defRPr>
        </a:defPPr>
      </a:lstStyle>
      <a:style>
        <a:lnRef idx="2">
          <a:schemeClr val="accent4"/>
        </a:lnRef>
        <a:fillRef idx="1">
          <a:schemeClr val="lt1"/>
        </a:fillRef>
        <a:effectRef idx="0">
          <a:schemeClr val="accent4"/>
        </a:effectRef>
        <a:fontRef idx="minor">
          <a:schemeClr val="dk1"/>
        </a:fontRef>
      </a:style>
    </a:spDef>
    <a:txDef>
      <a:spPr>
        <a:noFill/>
      </a:spPr>
      <a:bodyPr wrap="none" rtlCol="0">
        <a:spAutoFit/>
      </a:bodyPr>
      <a:lstStyle>
        <a:defPPr>
          <a:defRPr smtClean="0">
            <a:latin typeface="Arial" panose="020B0604020202020204" pitchFamily="34" charset="0"/>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certo">
  <a:themeElements>
    <a:clrScheme name="Indegene_new1">
      <a:dk1>
        <a:sysClr val="windowText" lastClr="000000"/>
      </a:dk1>
      <a:lt1>
        <a:sysClr val="window" lastClr="FFFFFF"/>
      </a:lt1>
      <a:dk2>
        <a:srgbClr val="00B0F0"/>
      </a:dk2>
      <a:lt2>
        <a:srgbClr val="EEECE1"/>
      </a:lt2>
      <a:accent1>
        <a:srgbClr val="1DBECF"/>
      </a:accent1>
      <a:accent2>
        <a:srgbClr val="7CAB27"/>
      </a:accent2>
      <a:accent3>
        <a:srgbClr val="595959"/>
      </a:accent3>
      <a:accent4>
        <a:srgbClr val="FFC000"/>
      </a:accent4>
      <a:accent5>
        <a:srgbClr val="49D9E7"/>
      </a:accent5>
      <a:accent6>
        <a:srgbClr val="00B0F0"/>
      </a:accent6>
      <a:hlink>
        <a:srgbClr val="C0C0C0"/>
      </a:hlink>
      <a:folHlink>
        <a:srgbClr val="7F7F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6BECF"/>
        </a:solidFill>
        <a:ln>
          <a:noFill/>
        </a:ln>
      </a:spPr>
      <a:bodyPr rtlCol="0" anchor="ctr"/>
      <a:lstStyle>
        <a:defPPr algn="ctr">
          <a:defRPr sz="1200" dirty="0">
            <a:solidFill>
              <a:schemeClr val="bg1"/>
            </a:solidFill>
            <a:latin typeface="Myriad Pro" pitchFamily="34" charset="0"/>
            <a:ea typeface="Segoe UI" panose="020B0502040204020203" pitchFamily="34" charset="0"/>
            <a:cs typeface="Segoe UI" panose="020B0502040204020203" pitchFamily="34" charset="0"/>
          </a:defRPr>
        </a:defPPr>
      </a:lstStyle>
      <a:style>
        <a:lnRef idx="2">
          <a:schemeClr val="accent4"/>
        </a:lnRef>
        <a:fillRef idx="1">
          <a:schemeClr val="lt1"/>
        </a:fillRef>
        <a:effectRef idx="0">
          <a:schemeClr val="accent4"/>
        </a:effectRef>
        <a:fontRef idx="minor">
          <a:schemeClr val="dk1"/>
        </a:fontRef>
      </a:style>
    </a:spDef>
    <a:txDef>
      <a:spPr>
        <a:noFill/>
      </a:spPr>
      <a:bodyPr wrap="none" rtlCol="0">
        <a:spAutoFit/>
      </a:bodyPr>
      <a:lstStyle>
        <a:defPPr>
          <a:defRPr smtClean="0">
            <a:latin typeface="Arial" panose="020B0604020202020204" pitchFamily="34" charset="0"/>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5442</Words>
  <Application>WPS Presentation</Application>
  <PresentationFormat>Widescreen</PresentationFormat>
  <Paragraphs>239</Paragraphs>
  <Slides>14</Slides>
  <Notes>0</Notes>
  <HiddenSlides>0</HiddenSlides>
  <MMClips>0</MMClips>
  <ScaleCrop>false</ScaleCrop>
  <HeadingPairs>
    <vt:vector size="6" baseType="variant">
      <vt:variant>
        <vt:lpstr>已用的字体</vt:lpstr>
      </vt:variant>
      <vt:variant>
        <vt:i4>23</vt:i4>
      </vt:variant>
      <vt:variant>
        <vt:lpstr>主题</vt:lpstr>
      </vt:variant>
      <vt:variant>
        <vt:i4>3</vt:i4>
      </vt:variant>
      <vt:variant>
        <vt:lpstr>幻灯片标题</vt:lpstr>
      </vt:variant>
      <vt:variant>
        <vt:i4>14</vt:i4>
      </vt:variant>
    </vt:vector>
  </HeadingPairs>
  <TitlesOfParts>
    <vt:vector size="40" baseType="lpstr">
      <vt:lpstr>Arial</vt:lpstr>
      <vt:lpstr>SimSun</vt:lpstr>
      <vt:lpstr>Wingdings</vt:lpstr>
      <vt:lpstr>Myriad Pro</vt:lpstr>
      <vt:lpstr>Segoe UI</vt:lpstr>
      <vt:lpstr>MS PGothic</vt:lpstr>
      <vt:lpstr>Courier New</vt:lpstr>
      <vt:lpstr>Raleway</vt:lpstr>
      <vt:lpstr>Calibri</vt:lpstr>
      <vt:lpstr>Andalus</vt:lpstr>
      <vt:lpstr>Wingdings 2</vt:lpstr>
      <vt:lpstr>Raleway</vt:lpstr>
      <vt:lpstr>Arial Unicode MS</vt:lpstr>
      <vt:lpstr>Microsoft YaHei</vt:lpstr>
      <vt:lpstr>Times New Roman</vt:lpstr>
      <vt:lpstr>Century Gothic</vt:lpstr>
      <vt:lpstr>Raleway Extrabold</vt:lpstr>
      <vt:lpstr>Segoe Print</vt:lpstr>
      <vt:lpstr/>
      <vt:lpstr>Arial Unicode MS</vt:lpstr>
      <vt:lpstr>Calibri Light</vt:lpstr>
      <vt:lpstr>Yu Gothic UI</vt:lpstr>
      <vt:lpstr>Wingdings</vt:lpstr>
      <vt:lpstr>corp2015</vt:lpstr>
      <vt:lpstr>Concerto</vt:lpstr>
      <vt:lpstr>Office Theme</vt:lpstr>
      <vt:lpstr>DDL  (Data Definition Language) </vt:lpstr>
      <vt:lpstr>Restriction on disclosure</vt:lpstr>
      <vt:lpstr>Overview </vt:lpstr>
      <vt:lpstr>Advantages </vt:lpstr>
      <vt:lpstr>DDL consists of </vt:lpstr>
      <vt:lpstr>Compiling a DDL File </vt:lpstr>
      <vt:lpstr>Compiler Directives</vt:lpstr>
      <vt:lpstr>Example - 1 </vt:lpstr>
      <vt:lpstr>Example 1 : Compilation </vt:lpstr>
      <vt:lpstr>Example 1: COBOL Output created </vt:lpstr>
      <vt:lpstr>Example 1: TAL Output created </vt:lpstr>
      <vt:lpstr>Example 1: FUP Output created </vt:lpstr>
      <vt:lpstr>Where to Get More Information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CONCERTO_D34</cp:lastModifiedBy>
  <cp:revision>2</cp:revision>
  <dcterms:created xsi:type="dcterms:W3CDTF">2015-07-22T13:25:00Z</dcterms:created>
  <dcterms:modified xsi:type="dcterms:W3CDTF">2021-09-28T05:17:19Z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1033-10.2.0.6080</vt:lpwstr>
  </property>
</Properties>
</file>