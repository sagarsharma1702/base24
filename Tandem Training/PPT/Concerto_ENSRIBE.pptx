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7" r:id="rId1"/>
    <p:sldMasterId id="2147483742" r:id="rId2"/>
    <p:sldMasterId id="2147483758" r:id="rId3"/>
  </p:sldMasterIdLst>
  <p:notesMasterIdLst>
    <p:notesMasterId r:id="rId17"/>
  </p:notesMasterIdLst>
  <p:sldIdLst>
    <p:sldId id="430" r:id="rId4"/>
    <p:sldId id="524" r:id="rId5"/>
    <p:sldId id="525" r:id="rId6"/>
    <p:sldId id="598" r:id="rId7"/>
    <p:sldId id="597" r:id="rId8"/>
    <p:sldId id="599" r:id="rId9"/>
    <p:sldId id="600" r:id="rId10"/>
    <p:sldId id="601" r:id="rId11"/>
    <p:sldId id="602" r:id="rId12"/>
    <p:sldId id="603" r:id="rId13"/>
    <p:sldId id="604" r:id="rId14"/>
    <p:sldId id="605" r:id="rId15"/>
    <p:sldId id="593" r:id="rId16"/>
  </p:sldIdLst>
  <p:sldSz cx="12192000" cy="6858000"/>
  <p:notesSz cx="6858000" cy="9144000"/>
  <p:defaultText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1D1D1"/>
    <a:srgbClr val="B5B5B5"/>
    <a:srgbClr val="9A9A9A"/>
    <a:srgbClr val="818181"/>
    <a:srgbClr val="B8CDE8"/>
    <a:srgbClr val="84AEDC"/>
    <a:srgbClr val="5591C7"/>
    <a:srgbClr val="4679A7"/>
    <a:srgbClr val="E86F0E"/>
    <a:srgbClr val="686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65" autoAdjust="0"/>
    <p:restoredTop sz="94434" autoAdjust="0"/>
  </p:normalViewPr>
  <p:slideViewPr>
    <p:cSldViewPr snapToGrid="0">
      <p:cViewPr varScale="1">
        <p:scale>
          <a:sx n="74" d="100"/>
          <a:sy n="74" d="100"/>
        </p:scale>
        <p:origin x="810" y="72"/>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F969C-9A7F-4A12-8509-DF708226FF76}" type="datetimeFigureOut">
              <a:rPr lang="en-IN" smtClean="0"/>
              <a:t>22-09-2021</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7331F-7EFA-42A4-93CA-88F3C9B52F23}" type="slidenum">
              <a:rPr lang="en-IN" smtClean="0"/>
              <a:t>‹#›</a:t>
            </a:fld>
            <a:endParaRPr lang="en-IN" dirty="0"/>
          </a:p>
        </p:txBody>
      </p:sp>
    </p:spTree>
    <p:extLst>
      <p:ext uri="{BB962C8B-B14F-4D97-AF65-F5344CB8AC3E}">
        <p14:creationId xmlns:p14="http://schemas.microsoft.com/office/powerpoint/2010/main" val="241795247"/>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p>
        </p:txBody>
      </p:sp>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a:spLocks/>
          </p:cNvSpPr>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extLst>
      <p:ext uri="{BB962C8B-B14F-4D97-AF65-F5344CB8AC3E}">
        <p14:creationId xmlns:p14="http://schemas.microsoft.com/office/powerpoint/2010/main" val="2934962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without subtitle">
    <p:spTree>
      <p:nvGrpSpPr>
        <p:cNvPr id="1" name=""/>
        <p:cNvGrpSpPr/>
        <p:nvPr/>
      </p:nvGrpSpPr>
      <p:grpSpPr>
        <a:xfrm>
          <a:off x="0" y="0"/>
          <a:ext cx="0" cy="0"/>
          <a:chOff x="0" y="0"/>
          <a:chExt cx="0" cy="0"/>
        </a:xfrm>
      </p:grpSpPr>
      <p:sp>
        <p:nvSpPr>
          <p:cNvPr id="24" name="Title 1"/>
          <p:cNvSpPr txBox="1">
            <a:spLocks/>
          </p:cNvSpPr>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dirty="0"/>
              <a:t>Click to edit Master title style</a:t>
            </a:r>
            <a:endParaRPr lang="bg-BG" dirty="0"/>
          </a:p>
        </p:txBody>
      </p:sp>
      <p:pic>
        <p:nvPicPr>
          <p:cNvPr id="30" name="Picture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135458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a:spLocks/>
          </p:cNvSpPr>
          <p:nvPr/>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0"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14" name="Subtitle 2"/>
          <p:cNvSpPr txBox="1">
            <a:spLocks/>
          </p:cNvSpPr>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itchFamily="2" charset="2"/>
              <a:buNone/>
              <a:defRPr lang="en-US" sz="1200" kern="1200">
                <a:solidFill>
                  <a:schemeClr val="tx1"/>
                </a:solidFill>
                <a:latin typeface="Myriad Pro" pitchFamily="34" charset="0"/>
                <a:ea typeface="Myriad Pro" pitchFamily="34" charset="0"/>
                <a:cs typeface="Arial" pitchFamily="34" charset="0"/>
              </a:defRPr>
            </a:lvl1pPr>
            <a:lvl2pPr marL="609555" indent="0" algn="ctr" rtl="0" eaLnBrk="1" fontAlgn="base" hangingPunct="1">
              <a:spcBef>
                <a:spcPts val="800"/>
              </a:spcBef>
              <a:spcAft>
                <a:spcPct val="0"/>
              </a:spcAft>
              <a:buFont typeface="Arial" charset="0"/>
              <a:buNone/>
              <a:defRPr lang="en-US" kern="1200">
                <a:solidFill>
                  <a:schemeClr val="tx1">
                    <a:tint val="75000"/>
                  </a:schemeClr>
                </a:solidFill>
                <a:latin typeface="Arial" pitchFamily="34" charset="0"/>
                <a:ea typeface="MS PGothic" pitchFamily="34" charset="-128"/>
                <a:cs typeface="Arial" pitchFamily="34" charset="0"/>
              </a:defRPr>
            </a:lvl2pPr>
            <a:lvl3pPr marL="1219110" indent="0" algn="ctr" rtl="0" eaLnBrk="1" fontAlgn="base" hangingPunct="1">
              <a:spcBef>
                <a:spcPts val="800"/>
              </a:spcBef>
              <a:spcAft>
                <a:spcPct val="0"/>
              </a:spcAft>
              <a:buSzPct val="125000"/>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3pPr>
            <a:lvl4pPr marL="1828664" indent="0" algn="ctr" rtl="0" eaLnBrk="1" fontAlgn="base" hangingPunct="1">
              <a:spcBef>
                <a:spcPts val="800"/>
              </a:spcBef>
              <a:spcAft>
                <a:spcPct val="0"/>
              </a:spcAft>
              <a:buFont typeface="Courier New" pitchFamily="49" charset="0"/>
              <a:buNone/>
              <a:defRPr lang="en-US" sz="2100" kern="1200">
                <a:solidFill>
                  <a:schemeClr val="tx1">
                    <a:tint val="75000"/>
                  </a:schemeClr>
                </a:solidFill>
                <a:latin typeface="Arial" pitchFamily="34" charset="0"/>
                <a:ea typeface="MS PGothic" pitchFamily="34" charset="-128"/>
                <a:cs typeface="Arial" pitchFamily="34" charset="0"/>
              </a:defRPr>
            </a:lvl4pPr>
            <a:lvl5pPr marL="2438218" indent="0" algn="ctr" rtl="0" eaLnBrk="1" fontAlgn="base" hangingPunct="1">
              <a:spcBef>
                <a:spcPts val="800"/>
              </a:spcBef>
              <a:spcAft>
                <a:spcPct val="0"/>
              </a:spcAft>
              <a:buFont typeface="Arial" charset="0"/>
              <a:buNone/>
              <a:defRPr lang="en-US" sz="2100" kern="1200">
                <a:solidFill>
                  <a:schemeClr val="tx1">
                    <a:tint val="75000"/>
                  </a:schemeClr>
                </a:solidFill>
                <a:latin typeface="Arial" pitchFamily="34" charset="0"/>
                <a:ea typeface="MS PGothic" pitchFamily="34" charset="-128"/>
                <a:cs typeface="Arial" pitchFamily="34" charset="0"/>
              </a:defRPr>
            </a:lvl5pPr>
            <a:lvl6pPr marL="3047772"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7327"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880"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6435" indent="0" algn="ctr" defTabSz="1219110"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extLst>
      <p:ext uri="{BB962C8B-B14F-4D97-AF65-F5344CB8AC3E}">
        <p14:creationId xmlns:p14="http://schemas.microsoft.com/office/powerpoint/2010/main" val="239604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4" name="Title 1"/>
          <p:cNvSpPr txBox="1">
            <a:spLocks/>
          </p:cNvSpPr>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a:t>Click to edit Master title style</a:t>
            </a:r>
            <a:endParaRPr lang="bg-BG" dirty="0"/>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
        <p:nvSpPr>
          <p:cNvPr id="8" name="Title 1"/>
          <p:cNvSpPr txBox="1">
            <a:spLocks/>
          </p:cNvSpPr>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148174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3408700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91470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10216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59592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84591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25"/>
            <a:ext cx="10515600" cy="777875"/>
          </a:xfrm>
        </p:spPr>
        <p:txBody>
          <a:bodyPr>
            <a:normAutofit/>
          </a:bodyPr>
          <a:lstStyle>
            <a:lvl1pPr>
              <a:defRPr sz="3200">
                <a:latin typeface="Raleway" panose="020B0003030101060003" pitchFamily="34" charset="0"/>
              </a:defRPr>
            </a:lvl1pPr>
          </a:lstStyle>
          <a:p>
            <a:r>
              <a:rPr lang="en-US" dirty="0"/>
              <a:t>Click to edit Master title style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11768"/>
            <a:ext cx="12192000" cy="746232"/>
          </a:xfrm>
          <a:prstGeom prst="rect">
            <a:avLst/>
          </a:prstGeom>
        </p:spPr>
      </p:pic>
      <p:sp>
        <p:nvSpPr>
          <p:cNvPr id="11" name="Slide Number Placeholder 10"/>
          <p:cNvSpPr>
            <a:spLocks noGrp="1"/>
          </p:cNvSpPr>
          <p:nvPr>
            <p:ph type="sldNum" sz="quarter" idx="12"/>
          </p:nvPr>
        </p:nvSpPr>
        <p:spPr>
          <a:xfrm>
            <a:off x="5727700" y="6302321"/>
            <a:ext cx="457200" cy="365125"/>
          </a:xfrm>
        </p:spPr>
        <p:txBody>
          <a:bodyPr/>
          <a:lstStyle>
            <a:lvl1pPr>
              <a:defRPr sz="1400" b="1">
                <a:solidFill>
                  <a:srgbClr val="0070C0"/>
                </a:solidFill>
                <a:latin typeface="Raleway" panose="020B0003030101060003" pitchFamily="34" charset="0"/>
              </a:defRPr>
            </a:lvl1pPr>
          </a:lstStyle>
          <a:p>
            <a:fld id="{D53A2CB9-B5A8-4900-A386-203D8D5C0F2B}" type="slidenum">
              <a:rPr lang="en-US" smtClean="0"/>
              <a:pPr/>
              <a:t>‹#›</a:t>
            </a:fld>
            <a:endParaRPr lang="en-US" dirty="0"/>
          </a:p>
        </p:txBody>
      </p:sp>
      <p:sp>
        <p:nvSpPr>
          <p:cNvPr id="13" name="Text Placeholder 12"/>
          <p:cNvSpPr>
            <a:spLocks noGrp="1"/>
          </p:cNvSpPr>
          <p:nvPr>
            <p:ph type="body" sz="quarter" idx="13"/>
          </p:nvPr>
        </p:nvSpPr>
        <p:spPr>
          <a:xfrm>
            <a:off x="457200" y="1206500"/>
            <a:ext cx="10515600" cy="4495800"/>
          </a:xfrm>
        </p:spPr>
        <p:txBody>
          <a:bodyPr/>
          <a:lstStyle>
            <a:lvl1pPr>
              <a:defRPr baseline="0">
                <a:latin typeface="Raleway" panose="020B0003030101060003" pitchFamily="34" charset="0"/>
              </a:defRPr>
            </a:lvl1pPr>
            <a:lvl2pPr>
              <a:defRPr baseline="0">
                <a:latin typeface="Raleway" panose="020B0003030101060003" pitchFamily="34" charset="0"/>
              </a:defRPr>
            </a:lvl2pPr>
            <a:lvl3pPr>
              <a:defRPr baseline="0">
                <a:latin typeface="Raleway" panose="020B0003030101060003" pitchFamily="34" charset="0"/>
              </a:defRPr>
            </a:lvl3pPr>
            <a:lvl4pPr>
              <a:defRPr baseline="0">
                <a:latin typeface="Raleway" panose="020B0003030101060003" pitchFamily="34" charset="0"/>
              </a:defRPr>
            </a:lvl4pPr>
            <a:lvl5pPr>
              <a:defRPr baseline="0">
                <a:latin typeface="Raleway" panose="020B00030301010600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9"/>
          <p:cNvSpPr>
            <a:spLocks noGrp="1"/>
          </p:cNvSpPr>
          <p:nvPr>
            <p:ph type="body" sz="quarter" idx="14" hasCustomPrompt="1"/>
          </p:nvPr>
        </p:nvSpPr>
        <p:spPr>
          <a:xfrm>
            <a:off x="457200" y="6302321"/>
            <a:ext cx="1536700" cy="355600"/>
          </a:xfrm>
        </p:spPr>
        <p:txBody>
          <a:bodyPr>
            <a:noAutofit/>
          </a:bodyPr>
          <a:lstStyle>
            <a:lvl1pPr marL="0" indent="0">
              <a:buNone/>
              <a:defRPr sz="2000">
                <a:latin typeface="Raleway" panose="020B0003030101060003" pitchFamily="34" charset="0"/>
              </a:defRPr>
            </a:lvl1pPr>
          </a:lstStyle>
          <a:p>
            <a:pPr lvl="0"/>
            <a:r>
              <a:rPr lang="en-US" dirty="0"/>
              <a:t>Topic</a:t>
            </a:r>
          </a:p>
        </p:txBody>
      </p:sp>
    </p:spTree>
    <p:extLst>
      <p:ext uri="{BB962C8B-B14F-4D97-AF65-F5344CB8AC3E}">
        <p14:creationId xmlns:p14="http://schemas.microsoft.com/office/powerpoint/2010/main" val="1780932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103271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921059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945993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784596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2564479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t>‹#›</a:t>
            </a:fld>
            <a:endParaRPr lang="en-US" dirty="0"/>
          </a:p>
        </p:txBody>
      </p:sp>
    </p:spTree>
    <p:extLst>
      <p:ext uri="{BB962C8B-B14F-4D97-AF65-F5344CB8AC3E}">
        <p14:creationId xmlns:p14="http://schemas.microsoft.com/office/powerpoint/2010/main" val="1000740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itchFamily="34" charset="0"/>
              </a:defRPr>
            </a:lvl1pPr>
          </a:lstStyle>
          <a:p>
            <a:r>
              <a:rPr lang="en-US"/>
              <a:t>Click to edit Master title style</a:t>
            </a:r>
            <a:endParaRPr lang="bg-BG" dirty="0"/>
          </a:p>
        </p:txBody>
      </p:sp>
      <p:sp>
        <p:nvSpPr>
          <p:cNvPr id="8" name="Title 1"/>
          <p:cNvSpPr txBox="1">
            <a:spLocks/>
          </p:cNvSpPr>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itchFamily="34" charset="0"/>
              </a:rPr>
              <a:t>‹#›</a:t>
            </a:fld>
            <a:endParaRPr lang="en-US" sz="1100" b="1" spc="-200" dirty="0">
              <a:solidFill>
                <a:srgbClr val="1F6AAD"/>
              </a:solidFill>
              <a:latin typeface="Myriad Pro" pitchFamily="34" charset="0"/>
              <a:cs typeface="Arial"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extLst>
      <p:ext uri="{BB962C8B-B14F-4D97-AF65-F5344CB8AC3E}">
        <p14:creationId xmlns:p14="http://schemas.microsoft.com/office/powerpoint/2010/main" val="2351485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4466"/>
      </p:ext>
    </p:extLst>
  </p:cSld>
  <p:clrMap bg1="lt1" tx1="dk1" bg2="lt2" tx2="dk2" accent1="accent1" accent2="accent2" accent3="accent3" accent4="accent4" accent5="accent5" accent6="accent6" hlink="hlink" folHlink="folHlink"/>
  <p:sldLayoutIdLst>
    <p:sldLayoutId id="2147483719" r:id="rId1"/>
    <p:sldLayoutId id="2147483741" r:id="rId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2pPr>
      <a:lvl3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3pPr>
      <a:lvl4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4pPr>
      <a:lvl5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5pPr>
      <a:lvl6pPr marL="609555" algn="l" rtl="0" eaLnBrk="1" fontAlgn="base" hangingPunct="1">
        <a:spcBef>
          <a:spcPct val="0"/>
        </a:spcBef>
        <a:spcAft>
          <a:spcPct val="0"/>
        </a:spcAft>
        <a:defRPr sz="5900">
          <a:solidFill>
            <a:srgbClr val="00B0F0"/>
          </a:solidFill>
          <a:latin typeface="Arial" pitchFamily="34" charset="0"/>
          <a:ea typeface="MS PGothic" pitchFamily="34" charset="-128"/>
        </a:defRPr>
      </a:lvl6pPr>
      <a:lvl7pPr marL="1219110" algn="l" rtl="0" eaLnBrk="1" fontAlgn="base" hangingPunct="1">
        <a:spcBef>
          <a:spcPct val="0"/>
        </a:spcBef>
        <a:spcAft>
          <a:spcPct val="0"/>
        </a:spcAft>
        <a:defRPr sz="5900">
          <a:solidFill>
            <a:srgbClr val="00B0F0"/>
          </a:solidFill>
          <a:latin typeface="Arial" pitchFamily="34" charset="0"/>
          <a:ea typeface="MS PGothic" pitchFamily="34" charset="-128"/>
        </a:defRPr>
      </a:lvl7pPr>
      <a:lvl8pPr marL="1828664" algn="l" rtl="0" eaLnBrk="1" fontAlgn="base" hangingPunct="1">
        <a:spcBef>
          <a:spcPct val="0"/>
        </a:spcBef>
        <a:spcAft>
          <a:spcPct val="0"/>
        </a:spcAft>
        <a:defRPr sz="5900">
          <a:solidFill>
            <a:srgbClr val="00B0F0"/>
          </a:solidFill>
          <a:latin typeface="Arial" pitchFamily="34" charset="0"/>
          <a:ea typeface="MS PGothic" pitchFamily="34" charset="-128"/>
        </a:defRPr>
      </a:lvl8pPr>
      <a:lvl9pPr marL="2438218" algn="l" rtl="0" eaLnBrk="1" fontAlgn="base" hangingPunct="1">
        <a:spcBef>
          <a:spcPct val="0"/>
        </a:spcBef>
        <a:spcAft>
          <a:spcPct val="0"/>
        </a:spcAft>
        <a:defRPr sz="5900">
          <a:solidFill>
            <a:srgbClr val="00B0F0"/>
          </a:solidFill>
          <a:latin typeface="Arial" pitchFamily="34" charset="0"/>
          <a:ea typeface="MS PGothic" pitchFamily="34" charset="-128"/>
        </a:defRPr>
      </a:lvl9pPr>
    </p:titleStyle>
    <p:bodyStyle>
      <a:lvl1pPr marL="304776" indent="-304776" algn="l" rtl="0" eaLnBrk="1" fontAlgn="base" hangingPunct="1">
        <a:spcBef>
          <a:spcPts val="800"/>
        </a:spcBef>
        <a:spcAft>
          <a:spcPct val="0"/>
        </a:spcAft>
        <a:buClr>
          <a:srgbClr val="595959"/>
        </a:buClr>
        <a:buFont typeface="Wingdings" pitchFamily="2" charset="2"/>
        <a:buChar char="§"/>
        <a:defRPr lang="en-US" sz="2700" kern="1200">
          <a:solidFill>
            <a:srgbClr val="595959"/>
          </a:solidFill>
          <a:latin typeface="Arial" pitchFamily="34" charset="0"/>
          <a:ea typeface="MS PGothic" pitchFamily="34" charset="-128"/>
          <a:cs typeface="Arial" pitchFamily="34" charset="0"/>
        </a:defRPr>
      </a:lvl1pPr>
      <a:lvl2pPr marL="609555" indent="-304776" algn="l" rtl="0" eaLnBrk="1" fontAlgn="base" hangingPunct="1">
        <a:spcBef>
          <a:spcPts val="800"/>
        </a:spcBef>
        <a:spcAft>
          <a:spcPct val="0"/>
        </a:spcAft>
        <a:buFont typeface="Arial" charset="0"/>
        <a:buChar char="–"/>
        <a:defRPr lang="en-US" kern="1200">
          <a:solidFill>
            <a:srgbClr val="595959"/>
          </a:solidFill>
          <a:latin typeface="Arial" pitchFamily="34" charset="0"/>
          <a:ea typeface="MS PGothic" pitchFamily="34" charset="-128"/>
          <a:cs typeface="Arial" pitchFamily="34" charset="0"/>
        </a:defRPr>
      </a:lvl2pPr>
      <a:lvl3pPr marL="914332" indent="-304776" algn="l" rtl="0" eaLnBrk="1" fontAlgn="base" hangingPunct="1">
        <a:spcBef>
          <a:spcPts val="800"/>
        </a:spcBef>
        <a:spcAft>
          <a:spcPct val="0"/>
        </a:spcAft>
        <a:buSzPct val="125000"/>
        <a:buFont typeface="Arial" charset="0"/>
        <a:buChar char="•"/>
        <a:defRPr lang="en-US" sz="2100" kern="1200">
          <a:solidFill>
            <a:srgbClr val="595959"/>
          </a:solidFill>
          <a:latin typeface="Arial" pitchFamily="34" charset="0"/>
          <a:ea typeface="MS PGothic" pitchFamily="34" charset="-128"/>
          <a:cs typeface="Arial" pitchFamily="34" charset="0"/>
        </a:defRPr>
      </a:lvl3pPr>
      <a:lvl4pPr marL="1219110" indent="-304776" algn="l" rtl="0" eaLnBrk="1" fontAlgn="base" hangingPunct="1">
        <a:spcBef>
          <a:spcPts val="800"/>
        </a:spcBef>
        <a:spcAft>
          <a:spcPct val="0"/>
        </a:spcAft>
        <a:buFont typeface="Courier New" pitchFamily="49" charset="0"/>
        <a:buChar char="o"/>
        <a:defRPr lang="en-US" sz="2100" kern="1200">
          <a:solidFill>
            <a:srgbClr val="595959"/>
          </a:solidFill>
          <a:latin typeface="Arial" pitchFamily="34" charset="0"/>
          <a:ea typeface="MS PGothic" pitchFamily="34" charset="-128"/>
          <a:cs typeface="Arial" pitchFamily="34" charset="0"/>
        </a:defRPr>
      </a:lvl4pPr>
      <a:lvl5pPr marL="1523887" indent="-304776" algn="l" rtl="0" eaLnBrk="1" fontAlgn="base" hangingPunct="1">
        <a:spcBef>
          <a:spcPts val="800"/>
        </a:spcBef>
        <a:spcAft>
          <a:spcPct val="0"/>
        </a:spcAft>
        <a:buFont typeface="Arial" charset="0"/>
        <a:buChar char="»"/>
        <a:defRPr lang="en-US" sz="2100" kern="1200">
          <a:solidFill>
            <a:srgbClr val="595959"/>
          </a:solidFill>
          <a:latin typeface="Arial" pitchFamily="34" charset="0"/>
          <a:ea typeface="MS PGothic" pitchFamily="34" charset="-128"/>
          <a:cs typeface="Arial" pitchFamily="34" charset="0"/>
        </a:defRPr>
      </a:lvl5pPr>
      <a:lvl6pPr marL="335254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104"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65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212"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768528"/>
      </p:ext>
    </p:extLst>
  </p:cSld>
  <p:clrMap bg1="lt1" tx1="dk1" bg2="lt2" tx2="dk2" accent1="accent1" accent2="accent2" accent3="accent3" accent4="accent4" accent5="accent5" accent6="accent6" hlink="hlink" folHlink="folHlink"/>
  <p:sldLayoutIdLst>
    <p:sldLayoutId id="2147483743" r:id="rId1"/>
    <p:sldLayoutId id="2147483744" r:id="rId2"/>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2pPr>
      <a:lvl3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3pPr>
      <a:lvl4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4pPr>
      <a:lvl5pPr algn="l" rtl="0" eaLnBrk="1" fontAlgn="base" hangingPunct="1">
        <a:spcBef>
          <a:spcPct val="0"/>
        </a:spcBef>
        <a:spcAft>
          <a:spcPct val="0"/>
        </a:spcAft>
        <a:defRPr sz="3500" b="1">
          <a:solidFill>
            <a:srgbClr val="00B0F0"/>
          </a:solidFill>
          <a:latin typeface="Arial" pitchFamily="34" charset="0"/>
          <a:ea typeface="MS PGothic" pitchFamily="34" charset="-128"/>
          <a:cs typeface="Arial" charset="0"/>
        </a:defRPr>
      </a:lvl5pPr>
      <a:lvl6pPr marL="609555" algn="l" rtl="0" eaLnBrk="1" fontAlgn="base" hangingPunct="1">
        <a:spcBef>
          <a:spcPct val="0"/>
        </a:spcBef>
        <a:spcAft>
          <a:spcPct val="0"/>
        </a:spcAft>
        <a:defRPr sz="5900">
          <a:solidFill>
            <a:srgbClr val="00B0F0"/>
          </a:solidFill>
          <a:latin typeface="Arial" pitchFamily="34" charset="0"/>
          <a:ea typeface="MS PGothic" pitchFamily="34" charset="-128"/>
        </a:defRPr>
      </a:lvl6pPr>
      <a:lvl7pPr marL="1219110" algn="l" rtl="0" eaLnBrk="1" fontAlgn="base" hangingPunct="1">
        <a:spcBef>
          <a:spcPct val="0"/>
        </a:spcBef>
        <a:spcAft>
          <a:spcPct val="0"/>
        </a:spcAft>
        <a:defRPr sz="5900">
          <a:solidFill>
            <a:srgbClr val="00B0F0"/>
          </a:solidFill>
          <a:latin typeface="Arial" pitchFamily="34" charset="0"/>
          <a:ea typeface="MS PGothic" pitchFamily="34" charset="-128"/>
        </a:defRPr>
      </a:lvl7pPr>
      <a:lvl8pPr marL="1828664" algn="l" rtl="0" eaLnBrk="1" fontAlgn="base" hangingPunct="1">
        <a:spcBef>
          <a:spcPct val="0"/>
        </a:spcBef>
        <a:spcAft>
          <a:spcPct val="0"/>
        </a:spcAft>
        <a:defRPr sz="5900">
          <a:solidFill>
            <a:srgbClr val="00B0F0"/>
          </a:solidFill>
          <a:latin typeface="Arial" pitchFamily="34" charset="0"/>
          <a:ea typeface="MS PGothic" pitchFamily="34" charset="-128"/>
        </a:defRPr>
      </a:lvl8pPr>
      <a:lvl9pPr marL="2438218" algn="l" rtl="0" eaLnBrk="1" fontAlgn="base" hangingPunct="1">
        <a:spcBef>
          <a:spcPct val="0"/>
        </a:spcBef>
        <a:spcAft>
          <a:spcPct val="0"/>
        </a:spcAft>
        <a:defRPr sz="5900">
          <a:solidFill>
            <a:srgbClr val="00B0F0"/>
          </a:solidFill>
          <a:latin typeface="Arial" pitchFamily="34" charset="0"/>
          <a:ea typeface="MS PGothic" pitchFamily="34" charset="-128"/>
        </a:defRPr>
      </a:lvl9pPr>
    </p:titleStyle>
    <p:bodyStyle>
      <a:lvl1pPr marL="304776" indent="-304776" algn="l" rtl="0" eaLnBrk="1" fontAlgn="base" hangingPunct="1">
        <a:spcBef>
          <a:spcPts val="800"/>
        </a:spcBef>
        <a:spcAft>
          <a:spcPct val="0"/>
        </a:spcAft>
        <a:buClr>
          <a:srgbClr val="595959"/>
        </a:buClr>
        <a:buFont typeface="Wingdings" pitchFamily="2" charset="2"/>
        <a:buChar char="§"/>
        <a:defRPr lang="en-US" sz="2700" kern="1200">
          <a:solidFill>
            <a:srgbClr val="595959"/>
          </a:solidFill>
          <a:latin typeface="Arial" pitchFamily="34" charset="0"/>
          <a:ea typeface="MS PGothic" pitchFamily="34" charset="-128"/>
          <a:cs typeface="Arial" pitchFamily="34" charset="0"/>
        </a:defRPr>
      </a:lvl1pPr>
      <a:lvl2pPr marL="609555" indent="-304776" algn="l" rtl="0" eaLnBrk="1" fontAlgn="base" hangingPunct="1">
        <a:spcBef>
          <a:spcPts val="800"/>
        </a:spcBef>
        <a:spcAft>
          <a:spcPct val="0"/>
        </a:spcAft>
        <a:buFont typeface="Arial" charset="0"/>
        <a:buChar char="–"/>
        <a:defRPr lang="en-US" kern="1200">
          <a:solidFill>
            <a:srgbClr val="595959"/>
          </a:solidFill>
          <a:latin typeface="Arial" pitchFamily="34" charset="0"/>
          <a:ea typeface="MS PGothic" pitchFamily="34" charset="-128"/>
          <a:cs typeface="Arial" pitchFamily="34" charset="0"/>
        </a:defRPr>
      </a:lvl2pPr>
      <a:lvl3pPr marL="914332" indent="-304776" algn="l" rtl="0" eaLnBrk="1" fontAlgn="base" hangingPunct="1">
        <a:spcBef>
          <a:spcPts val="800"/>
        </a:spcBef>
        <a:spcAft>
          <a:spcPct val="0"/>
        </a:spcAft>
        <a:buSzPct val="125000"/>
        <a:buFont typeface="Arial" charset="0"/>
        <a:buChar char="•"/>
        <a:defRPr lang="en-US" sz="2100" kern="1200">
          <a:solidFill>
            <a:srgbClr val="595959"/>
          </a:solidFill>
          <a:latin typeface="Arial" pitchFamily="34" charset="0"/>
          <a:ea typeface="MS PGothic" pitchFamily="34" charset="-128"/>
          <a:cs typeface="Arial" pitchFamily="34" charset="0"/>
        </a:defRPr>
      </a:lvl3pPr>
      <a:lvl4pPr marL="1219110" indent="-304776" algn="l" rtl="0" eaLnBrk="1" fontAlgn="base" hangingPunct="1">
        <a:spcBef>
          <a:spcPts val="800"/>
        </a:spcBef>
        <a:spcAft>
          <a:spcPct val="0"/>
        </a:spcAft>
        <a:buFont typeface="Courier New" pitchFamily="49" charset="0"/>
        <a:buChar char="o"/>
        <a:defRPr lang="en-US" sz="2100" kern="1200">
          <a:solidFill>
            <a:srgbClr val="595959"/>
          </a:solidFill>
          <a:latin typeface="Arial" pitchFamily="34" charset="0"/>
          <a:ea typeface="MS PGothic" pitchFamily="34" charset="-128"/>
          <a:cs typeface="Arial" pitchFamily="34" charset="0"/>
        </a:defRPr>
      </a:lvl4pPr>
      <a:lvl5pPr marL="1523887" indent="-304776" algn="l" rtl="0" eaLnBrk="1" fontAlgn="base" hangingPunct="1">
        <a:spcBef>
          <a:spcPts val="800"/>
        </a:spcBef>
        <a:spcAft>
          <a:spcPct val="0"/>
        </a:spcAft>
        <a:buFont typeface="Arial" charset="0"/>
        <a:buChar char="»"/>
        <a:defRPr lang="en-US" sz="2100" kern="1200">
          <a:solidFill>
            <a:srgbClr val="595959"/>
          </a:solidFill>
          <a:latin typeface="Arial" pitchFamily="34" charset="0"/>
          <a:ea typeface="MS PGothic" pitchFamily="34" charset="-128"/>
          <a:cs typeface="Arial" pitchFamily="34" charset="0"/>
        </a:defRPr>
      </a:lvl5pPr>
      <a:lvl6pPr marL="335254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104"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658"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212" indent="-304776" algn="l" defTabSz="121911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A2CB9-B5A8-4900-A386-203D8D5C0F2B}" type="slidenum">
              <a:rPr lang="en-US" smtClean="0"/>
              <a:t>‹#›</a:t>
            </a:fld>
            <a:endParaRPr lang="en-US" dirty="0"/>
          </a:p>
        </p:txBody>
      </p:sp>
    </p:spTree>
    <p:extLst>
      <p:ext uri="{BB962C8B-B14F-4D97-AF65-F5344CB8AC3E}">
        <p14:creationId xmlns:p14="http://schemas.microsoft.com/office/powerpoint/2010/main" val="299073203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71" r:id="rId7"/>
    <p:sldLayoutId id="2147483765" r:id="rId8"/>
    <p:sldLayoutId id="2147483766" r:id="rId9"/>
    <p:sldLayoutId id="2147483767" r:id="rId10"/>
    <p:sldLayoutId id="2147483768" r:id="rId11"/>
    <p:sldLayoutId id="2147483769" r:id="rId12"/>
    <p:sldLayoutId id="21474837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758"/>
            <a:ext cx="12192000" cy="6858000"/>
          </a:xfrm>
          <a:prstGeom prst="rect">
            <a:avLst/>
          </a:prstGeom>
        </p:spPr>
      </p:pic>
      <p:sp>
        <p:nvSpPr>
          <p:cNvPr id="6" name="Title 1"/>
          <p:cNvSpPr>
            <a:spLocks noGrp="1"/>
          </p:cNvSpPr>
          <p:nvPr>
            <p:ph type="ctrTitle"/>
          </p:nvPr>
        </p:nvSpPr>
        <p:spPr>
          <a:xfrm>
            <a:off x="1154955" y="2099733"/>
            <a:ext cx="8825658" cy="2677648"/>
          </a:xfrm>
        </p:spPr>
        <p:txBody>
          <a:bodyPr/>
          <a:lstStyle/>
          <a:p>
            <a:r>
              <a:rPr lang="en-IN" dirty="0" smtClean="0">
                <a:solidFill>
                  <a:schemeClr val="bg1"/>
                </a:solidFill>
              </a:rPr>
              <a:t>ENSCRIBE</a:t>
            </a:r>
            <a:br>
              <a:rPr lang="en-IN" dirty="0" smtClean="0">
                <a:solidFill>
                  <a:schemeClr val="bg1"/>
                </a:solidFill>
              </a:rPr>
            </a:br>
            <a:endParaRPr lang="en-IN" sz="1800" dirty="0">
              <a:solidFill>
                <a:schemeClr val="bg1"/>
              </a:solidFill>
            </a:endParaRPr>
          </a:p>
        </p:txBody>
      </p:sp>
      <p:sp>
        <p:nvSpPr>
          <p:cNvPr id="7" name="Subtitle 2"/>
          <p:cNvSpPr txBox="1">
            <a:spLocks/>
          </p:cNvSpPr>
          <p:nvPr/>
        </p:nvSpPr>
        <p:spPr>
          <a:xfrm>
            <a:off x="1154955" y="4777380"/>
            <a:ext cx="8825658" cy="861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bg1"/>
                </a:solidFill>
              </a:rPr>
              <a:t>Version 1.0</a:t>
            </a:r>
          </a:p>
        </p:txBody>
      </p:sp>
    </p:spTree>
    <p:extLst>
      <p:ext uri="{BB962C8B-B14F-4D97-AF65-F5344CB8AC3E}">
        <p14:creationId xmlns:p14="http://schemas.microsoft.com/office/powerpoint/2010/main" val="3481483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IN" b="1" dirty="0">
                <a:solidFill>
                  <a:srgbClr val="1F6AAD"/>
                </a:solidFill>
                <a:ea typeface="Myriad Pro" pitchFamily="34" charset="0"/>
                <a:cs typeface="Arial" pitchFamily="34" charset="0"/>
              </a:rPr>
              <a:t>Restriction on disclosure</a:t>
            </a:r>
            <a:endParaRPr lang="en-US" dirty="0"/>
          </a:p>
        </p:txBody>
      </p:sp>
      <p:sp>
        <p:nvSpPr>
          <p:cNvPr id="3" name="Slide Number Placeholder 2"/>
          <p:cNvSpPr>
            <a:spLocks noGrp="1"/>
          </p:cNvSpPr>
          <p:nvPr>
            <p:ph type="sldNum" sz="quarter" idx="12"/>
          </p:nvPr>
        </p:nvSpPr>
        <p:spPr>
          <a:xfrm>
            <a:off x="5727700" y="6302321"/>
            <a:ext cx="457200" cy="365125"/>
          </a:xfrm>
        </p:spPr>
        <p:txBody>
          <a:bodyPr/>
          <a:lstStyle/>
          <a:p>
            <a:pPr algn="ctr"/>
            <a:fld id="{D53A2CB9-B5A8-4900-A386-203D8D5C0F2B}" type="slidenum">
              <a:rPr lang="en-US" smtClean="0"/>
              <a:pPr algn="ctr"/>
              <a:t>2</a:t>
            </a:fld>
            <a:endParaRPr lang="en-US" dirty="0"/>
          </a:p>
        </p:txBody>
      </p:sp>
      <p:sp>
        <p:nvSpPr>
          <p:cNvPr id="4" name="Rectangle 3"/>
          <p:cNvSpPr/>
          <p:nvPr/>
        </p:nvSpPr>
        <p:spPr>
          <a:xfrm>
            <a:off x="577755" y="1154037"/>
            <a:ext cx="9767248" cy="1526444"/>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sz="1600" dirty="0">
                <a:ln/>
                <a:solidFill>
                  <a:srgbClr val="7030A0"/>
                </a:solidFill>
                <a:latin typeface="Raleway" panose="020B0003030101060003" pitchFamily="34" charset="0"/>
                <a:ea typeface="Calibri" panose="020F0502020204030204" pitchFamily="34" charset="0"/>
                <a:cs typeface="Andalus" panose="02020603050405020304" pitchFamily="18" charset="-78"/>
              </a:rPr>
              <a:t>The information (data) contained in this document constitutes confidential information of Concerto Software and Systems Private Limited. In consideration of receipt of this document, the recipient agrees to maintain such information in confidence. This document shall not be disclosed, used or duplicated, in whole or in part, for any purpose.</a:t>
            </a:r>
            <a:endParaRPr lang="en-US" sz="2800" dirty="0">
              <a:ln/>
              <a:solidFill>
                <a:srgbClr val="7030A0"/>
              </a:solidFill>
              <a:latin typeface="Raleway" panose="020B0003030101060003" pitchFamily="34" charset="0"/>
              <a:cs typeface="Andalus" panose="02020603050405020304" pitchFamily="18" charset="-78"/>
            </a:endParaRPr>
          </a:p>
        </p:txBody>
      </p:sp>
    </p:spTree>
    <p:extLst>
      <p:ext uri="{BB962C8B-B14F-4D97-AF65-F5344CB8AC3E}">
        <p14:creationId xmlns:p14="http://schemas.microsoft.com/office/powerpoint/2010/main" val="3704429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1F6AAD"/>
                </a:solidFill>
                <a:cs typeface="Arial" pitchFamily="34" charset="0"/>
              </a:rPr>
              <a:t>Introduction</a:t>
            </a:r>
            <a:endParaRPr lang="en-US" b="1" dirty="0">
              <a:solidFill>
                <a:srgbClr val="1F6AAD"/>
              </a:solidFill>
              <a:cs typeface="Arial" pitchFamily="34" charset="0"/>
            </a:endParaRPr>
          </a:p>
        </p:txBody>
      </p:sp>
      <p:sp>
        <p:nvSpPr>
          <p:cNvPr id="3" name="Slide Number Placeholder 2"/>
          <p:cNvSpPr>
            <a:spLocks noGrp="1"/>
          </p:cNvSpPr>
          <p:nvPr>
            <p:ph type="sldNum" sz="quarter" idx="12"/>
          </p:nvPr>
        </p:nvSpPr>
        <p:spPr/>
        <p:txBody>
          <a:bodyPr vert="horz" lIns="91440" tIns="45720" rIns="91440" bIns="45720" rtlCol="0" anchor="ctr"/>
          <a:lstStyle/>
          <a:p>
            <a:pPr algn="ctr"/>
            <a:fld id="{D53A2CB9-B5A8-4900-A386-203D8D5C0F2B}" type="slidenum">
              <a:rPr lang="en-US"/>
              <a:pPr algn="ctr"/>
              <a:t>3</a:t>
            </a:fld>
            <a:endParaRPr lang="en-US" dirty="0"/>
          </a:p>
        </p:txBody>
      </p:sp>
      <p:sp>
        <p:nvSpPr>
          <p:cNvPr id="6" name="Content Placeholder 2"/>
          <p:cNvSpPr txBox="1">
            <a:spLocks/>
          </p:cNvSpPr>
          <p:nvPr/>
        </p:nvSpPr>
        <p:spPr>
          <a:xfrm>
            <a:off x="683490" y="1485922"/>
            <a:ext cx="10695709" cy="37049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err="1" smtClean="0"/>
              <a:t>Enscribe</a:t>
            </a:r>
            <a:r>
              <a:rPr lang="en-US" dirty="0" smtClean="0"/>
              <a:t> </a:t>
            </a:r>
            <a:r>
              <a:rPr lang="en-US" dirty="0"/>
              <a:t>is a database supported by Tandem system.</a:t>
            </a:r>
            <a:endParaRPr lang="en-US" sz="2000" dirty="0"/>
          </a:p>
          <a:p>
            <a:pPr lvl="0"/>
            <a:r>
              <a:rPr lang="en-US" dirty="0"/>
              <a:t>The </a:t>
            </a:r>
            <a:r>
              <a:rPr lang="en-US" dirty="0" err="1"/>
              <a:t>Enscribe</a:t>
            </a:r>
            <a:r>
              <a:rPr lang="en-US" dirty="0"/>
              <a:t> record manager is supported by the Guardian file system,</a:t>
            </a:r>
            <a:endParaRPr lang="en-US" sz="2000" dirty="0"/>
          </a:p>
          <a:p>
            <a:pPr lvl="0"/>
            <a:r>
              <a:rPr lang="en-US" dirty="0"/>
              <a:t>The </a:t>
            </a:r>
            <a:r>
              <a:rPr lang="en-US" dirty="0" err="1"/>
              <a:t>Enscribed</a:t>
            </a:r>
            <a:r>
              <a:rPr lang="en-US" dirty="0"/>
              <a:t> </a:t>
            </a:r>
            <a:r>
              <a:rPr lang="en-US" dirty="0" smtClean="0"/>
              <a:t>database </a:t>
            </a:r>
            <a:r>
              <a:rPr lang="en-US" dirty="0"/>
              <a:t>provides high-level access to records in a database. </a:t>
            </a:r>
            <a:endParaRPr lang="en-US" sz="2000" dirty="0"/>
          </a:p>
          <a:p>
            <a:pPr lvl="0"/>
            <a:r>
              <a:rPr lang="en-US" dirty="0"/>
              <a:t>Distributed across two or </a:t>
            </a:r>
            <a:r>
              <a:rPr lang="en-US" dirty="0" err="1"/>
              <a:t>Enscribe</a:t>
            </a:r>
            <a:r>
              <a:rPr lang="en-US" dirty="0"/>
              <a:t> software helps ensure data integrity if a  </a:t>
            </a:r>
            <a:r>
              <a:rPr lang="en-US" dirty="0" smtClean="0"/>
              <a:t>processor </a:t>
            </a:r>
            <a:r>
              <a:rPr lang="en-US" dirty="0"/>
              <a:t>module fails.</a:t>
            </a:r>
            <a:endParaRPr lang="en-US" sz="2000" dirty="0"/>
          </a:p>
          <a:p>
            <a:pPr marL="457200" lvl="1" indent="0">
              <a:lnSpc>
                <a:spcPct val="100000"/>
              </a:lnSpc>
              <a:spcBef>
                <a:spcPts val="525"/>
              </a:spcBef>
              <a:buClr>
                <a:srgbClr val="FFFFFF"/>
              </a:buClr>
              <a:buSzPct val="90000"/>
              <a:buNone/>
            </a:pPr>
            <a:endParaRPr lang="en-AU" altLang="en-US" dirty="0"/>
          </a:p>
        </p:txBody>
      </p:sp>
    </p:spTree>
    <p:extLst>
      <p:ext uri="{BB962C8B-B14F-4D97-AF65-F5344CB8AC3E}">
        <p14:creationId xmlns:p14="http://schemas.microsoft.com/office/powerpoint/2010/main" val="238899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87325"/>
            <a:ext cx="10515600" cy="777875"/>
          </a:xfrm>
        </p:spPr>
        <p:txBody>
          <a:bodyPr/>
          <a:lstStyle/>
          <a:p>
            <a:r>
              <a:rPr lang="en-US" b="1" dirty="0" err="1" smtClean="0">
                <a:solidFill>
                  <a:srgbClr val="1F6AAD"/>
                </a:solidFill>
                <a:cs typeface="Arial" pitchFamily="34" charset="0"/>
              </a:rPr>
              <a:t>Enscribe</a:t>
            </a:r>
            <a:r>
              <a:rPr lang="en-US" b="1" dirty="0" smtClean="0">
                <a:solidFill>
                  <a:srgbClr val="1F6AAD"/>
                </a:solidFill>
                <a:cs typeface="Arial" pitchFamily="34" charset="0"/>
              </a:rPr>
              <a:t> features :</a:t>
            </a:r>
            <a:endParaRPr lang="en-US" b="1" dirty="0">
              <a:solidFill>
                <a:srgbClr val="1F6AAD"/>
              </a:solidFill>
              <a:cs typeface="Arial" pitchFamily="34" charset="0"/>
            </a:endParaRPr>
          </a:p>
        </p:txBody>
      </p:sp>
      <p:sp>
        <p:nvSpPr>
          <p:cNvPr id="25" name="Line 80">
            <a:extLst>
              <a:ext uri="{FF2B5EF4-FFF2-40B4-BE49-F238E27FC236}">
                <a16:creationId xmlns="" xmlns:a16="http://schemas.microsoft.com/office/drawing/2014/main" id="{48F90F0B-F010-4A04-864C-0223D0B32AB8}"/>
              </a:ext>
            </a:extLst>
          </p:cNvPr>
          <p:cNvSpPr>
            <a:spLocks noChangeShapeType="1"/>
          </p:cNvSpPr>
          <p:nvPr/>
        </p:nvSpPr>
        <p:spPr bwMode="auto">
          <a:xfrm>
            <a:off x="16929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6" name="Line 81">
            <a:extLst>
              <a:ext uri="{FF2B5EF4-FFF2-40B4-BE49-F238E27FC236}">
                <a16:creationId xmlns="" xmlns:a16="http://schemas.microsoft.com/office/drawing/2014/main" id="{02DF435A-34E6-4B16-9EBB-90DA5B36E819}"/>
              </a:ext>
            </a:extLst>
          </p:cNvPr>
          <p:cNvSpPr>
            <a:spLocks noChangeShapeType="1"/>
          </p:cNvSpPr>
          <p:nvPr/>
        </p:nvSpPr>
        <p:spPr bwMode="auto">
          <a:xfrm>
            <a:off x="44361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7" name="Line 82">
            <a:extLst>
              <a:ext uri="{FF2B5EF4-FFF2-40B4-BE49-F238E27FC236}">
                <a16:creationId xmlns="" xmlns:a16="http://schemas.microsoft.com/office/drawing/2014/main" id="{2E231ACD-A043-44D9-B8F1-FFDFEAC8B77D}"/>
              </a:ext>
            </a:extLst>
          </p:cNvPr>
          <p:cNvSpPr>
            <a:spLocks noChangeShapeType="1"/>
          </p:cNvSpPr>
          <p:nvPr/>
        </p:nvSpPr>
        <p:spPr bwMode="auto">
          <a:xfrm>
            <a:off x="49695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8" name="Line 83">
            <a:extLst>
              <a:ext uri="{FF2B5EF4-FFF2-40B4-BE49-F238E27FC236}">
                <a16:creationId xmlns="" xmlns:a16="http://schemas.microsoft.com/office/drawing/2014/main" id="{29E8AE07-A557-4F5D-9C52-8D39D4E4F875}"/>
              </a:ext>
            </a:extLst>
          </p:cNvPr>
          <p:cNvSpPr>
            <a:spLocks noChangeShapeType="1"/>
          </p:cNvSpPr>
          <p:nvPr/>
        </p:nvSpPr>
        <p:spPr bwMode="auto">
          <a:xfrm>
            <a:off x="67983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9" name="Line 84">
            <a:extLst>
              <a:ext uri="{FF2B5EF4-FFF2-40B4-BE49-F238E27FC236}">
                <a16:creationId xmlns="" xmlns:a16="http://schemas.microsoft.com/office/drawing/2014/main" id="{F804398E-8B3D-4308-8724-DD75451E81FD}"/>
              </a:ext>
            </a:extLst>
          </p:cNvPr>
          <p:cNvSpPr>
            <a:spLocks noChangeShapeType="1"/>
          </p:cNvSpPr>
          <p:nvPr/>
        </p:nvSpPr>
        <p:spPr bwMode="auto">
          <a:xfrm>
            <a:off x="8703365" y="4429953"/>
            <a:ext cx="1588" cy="1600200"/>
          </a:xfrm>
          <a:prstGeom prst="line">
            <a:avLst/>
          </a:prstGeom>
          <a:noFill/>
          <a:ln w="11880" cap="flat">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45" name="Slide Number Placeholder 2">
            <a:extLst>
              <a:ext uri="{FF2B5EF4-FFF2-40B4-BE49-F238E27FC236}">
                <a16:creationId xmlns="" xmlns:a16="http://schemas.microsoft.com/office/drawing/2014/main" id="{83121BB3-E6FE-4A5D-B0B1-888474998B0C}"/>
              </a:ext>
            </a:extLst>
          </p:cNvPr>
          <p:cNvSpPr>
            <a:spLocks noGrp="1"/>
          </p:cNvSpPr>
          <p:nvPr>
            <p:ph type="sldNum" sz="quarter" idx="12"/>
          </p:nvPr>
        </p:nvSpPr>
        <p:spPr>
          <a:xfrm>
            <a:off x="5727700" y="6302321"/>
            <a:ext cx="457200" cy="365125"/>
          </a:xfrm>
        </p:spPr>
        <p:txBody>
          <a:bodyPr vert="horz" lIns="91440" tIns="45720" rIns="91440" bIns="45720" rtlCol="0" anchor="ctr"/>
          <a:lstStyle/>
          <a:p>
            <a:pPr algn="ctr"/>
            <a:fld id="{D53A2CB9-B5A8-4900-A386-203D8D5C0F2B}" type="slidenum">
              <a:rPr lang="en-US"/>
              <a:pPr algn="ctr"/>
              <a:t>4</a:t>
            </a:fld>
            <a:endParaRPr lang="en-US" dirty="0"/>
          </a:p>
        </p:txBody>
      </p:sp>
      <p:sp>
        <p:nvSpPr>
          <p:cNvPr id="10" name="Rectangle 3">
            <a:extLst>
              <a:ext uri="{FF2B5EF4-FFF2-40B4-BE49-F238E27FC236}">
                <a16:creationId xmlns="" xmlns:a16="http://schemas.microsoft.com/office/drawing/2014/main" id="{6FA0772F-97D7-42FF-A559-F0B2545645DA}"/>
              </a:ext>
            </a:extLst>
          </p:cNvPr>
          <p:cNvSpPr txBox="1">
            <a:spLocks noChangeArrowheads="1"/>
          </p:cNvSpPr>
          <p:nvPr/>
        </p:nvSpPr>
        <p:spPr>
          <a:xfrm>
            <a:off x="740465" y="1371600"/>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1)</a:t>
            </a:r>
            <a:r>
              <a:rPr lang="en-US" sz="1600" b="1" dirty="0"/>
              <a:t>Five disk file structures:</a:t>
            </a:r>
            <a:endParaRPr lang="en-US" sz="1600" dirty="0"/>
          </a:p>
          <a:p>
            <a:r>
              <a:rPr lang="en-US" sz="1600" dirty="0"/>
              <a:t> 2)</a:t>
            </a:r>
            <a:r>
              <a:rPr lang="en-US" sz="1600" b="1" dirty="0"/>
              <a:t>File Formats:</a:t>
            </a:r>
            <a:r>
              <a:rPr lang="en-US" sz="1600" dirty="0"/>
              <a:t> format 1 and format 2</a:t>
            </a:r>
          </a:p>
          <a:p>
            <a:r>
              <a:rPr lang="en-US" sz="1600" dirty="0"/>
              <a:t> </a:t>
            </a:r>
            <a:r>
              <a:rPr lang="en-US" sz="1600" b="1" dirty="0"/>
              <a:t>3)Partitioned (multiple-volume) files</a:t>
            </a:r>
            <a:endParaRPr lang="en-US" sz="1600" dirty="0"/>
          </a:p>
          <a:p>
            <a:r>
              <a:rPr lang="en-US" sz="1600" b="1" dirty="0"/>
              <a:t> 4)Multiple-key access to records</a:t>
            </a:r>
            <a:endParaRPr lang="en-US" sz="1600" dirty="0"/>
          </a:p>
          <a:p>
            <a:r>
              <a:rPr lang="en-US" sz="1600" b="1" dirty="0"/>
              <a:t> 5)Relational access among files </a:t>
            </a:r>
            <a:r>
              <a:rPr lang="en-US" sz="1600" dirty="0"/>
              <a:t>(where a field value from one file is used as a key to access a data record  in another file)</a:t>
            </a:r>
          </a:p>
          <a:p>
            <a:pPr>
              <a:lnSpc>
                <a:spcPct val="70000"/>
              </a:lnSpc>
            </a:pPr>
            <a:endParaRPr lang="en-US" altLang="en-US" sz="1600" dirty="0">
              <a:latin typeface="Raleway" panose="020B0003030101060003"/>
            </a:endParaRPr>
          </a:p>
        </p:txBody>
      </p:sp>
    </p:spTree>
    <p:extLst>
      <p:ext uri="{BB962C8B-B14F-4D97-AF65-F5344CB8AC3E}">
        <p14:creationId xmlns:p14="http://schemas.microsoft.com/office/powerpoint/2010/main" val="257729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5</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Disk file organization</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6" name="Rectangle 3">
            <a:extLst>
              <a:ext uri="{FF2B5EF4-FFF2-40B4-BE49-F238E27FC236}">
                <a16:creationId xmlns="" xmlns:a16="http://schemas.microsoft.com/office/drawing/2014/main" id="{DDDACB17-AEEC-46F9-91CA-FAAA6677B05F}"/>
              </a:ext>
            </a:extLst>
          </p:cNvPr>
          <p:cNvSpPr txBox="1">
            <a:spLocks noChangeArrowheads="1"/>
          </p:cNvSpPr>
          <p:nvPr/>
        </p:nvSpPr>
        <p:spPr>
          <a:xfrm>
            <a:off x="457200" y="1479569"/>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 disk file must be created before it can be accessed. </a:t>
            </a:r>
          </a:p>
          <a:p>
            <a:r>
              <a:rPr lang="en-US" sz="1600" dirty="0"/>
              <a:t>We can create a file either by calling the </a:t>
            </a:r>
            <a:r>
              <a:rPr lang="en-US" sz="1600" b="1" dirty="0"/>
              <a:t>FILE_CREATE_ </a:t>
            </a:r>
            <a:r>
              <a:rPr lang="en-US" sz="1600" dirty="0"/>
              <a:t>procedure or by using the </a:t>
            </a:r>
            <a:r>
              <a:rPr lang="en-US" sz="1600" b="1" dirty="0"/>
              <a:t>File Utility Program (FUP)</a:t>
            </a:r>
            <a:endParaRPr lang="en-US" sz="1600" dirty="0"/>
          </a:p>
          <a:p>
            <a:pPr lvl="0"/>
            <a:r>
              <a:rPr lang="en-US" sz="1600" dirty="0"/>
              <a:t>CREATE command can create either permanent or temporary files. </a:t>
            </a:r>
          </a:p>
          <a:p>
            <a:pPr lvl="0"/>
            <a:r>
              <a:rPr lang="en-US" sz="1600" dirty="0"/>
              <a:t>A permanent file remains in the system after access is terminated.</a:t>
            </a:r>
          </a:p>
          <a:p>
            <a:pPr lvl="0"/>
            <a:r>
              <a:rPr lang="en-US" sz="1600" dirty="0"/>
              <a:t>A temporary file is deleted when all it is closed. </a:t>
            </a:r>
          </a:p>
          <a:p>
            <a:pPr lvl="0"/>
            <a:r>
              <a:rPr lang="en-US" sz="1600" dirty="0"/>
              <a:t>We can also specify the file's type when we create it. </a:t>
            </a:r>
          </a:p>
          <a:p>
            <a:r>
              <a:rPr lang="en-US" sz="1600" dirty="0"/>
              <a:t>    </a:t>
            </a:r>
            <a:r>
              <a:rPr lang="en-US" sz="1600" dirty="0" err="1"/>
              <a:t>Eg</a:t>
            </a:r>
            <a:r>
              <a:rPr lang="en-US" sz="1600" dirty="0"/>
              <a:t>  key-sequenced(k) </a:t>
            </a:r>
            <a:r>
              <a:rPr lang="en-US" sz="1600" dirty="0" smtClean="0"/>
              <a:t>, queue</a:t>
            </a:r>
            <a:r>
              <a:rPr lang="en-US" sz="1600" dirty="0"/>
              <a:t>, entry-sequenced(E) </a:t>
            </a:r>
            <a:r>
              <a:rPr lang="en-US" sz="1600" dirty="0" smtClean="0"/>
              <a:t>, </a:t>
            </a:r>
            <a:r>
              <a:rPr lang="en-US" sz="1600" dirty="0"/>
              <a:t>relative files </a:t>
            </a:r>
          </a:p>
          <a:p>
            <a:pPr lvl="0"/>
            <a:r>
              <a:rPr lang="en-US" sz="1600" dirty="0"/>
              <a:t>The disk process allocates physical storage to files in the form of </a:t>
            </a:r>
            <a:r>
              <a:rPr lang="en-US" sz="1600" b="1" dirty="0"/>
              <a:t>extents</a:t>
            </a:r>
            <a:r>
              <a:rPr lang="en-US" sz="1600" dirty="0"/>
              <a:t>, </a:t>
            </a:r>
            <a:r>
              <a:rPr lang="en-US" sz="1600" dirty="0" smtClean="0"/>
              <a:t>each consisting </a:t>
            </a:r>
            <a:r>
              <a:rPr lang="en-US" sz="1600" dirty="0"/>
              <a:t>of some number of contiguous 2048-byte pages on the disk</a:t>
            </a:r>
            <a:r>
              <a:rPr lang="en-US" sz="1600" dirty="0" smtClean="0"/>
              <a:t>.  </a:t>
            </a:r>
            <a:r>
              <a:rPr lang="en-US" sz="1600" dirty="0"/>
              <a:t>A partitioned file (which is located on multiple disks).</a:t>
            </a:r>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114587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6</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Types of </a:t>
            </a:r>
            <a:r>
              <a:rPr lang="en-US" b="1" dirty="0" err="1" smtClean="0">
                <a:solidFill>
                  <a:srgbClr val="1F6AAD"/>
                </a:solidFill>
                <a:cs typeface="Arial" pitchFamily="34" charset="0"/>
              </a:rPr>
              <a:t>Enscribe</a:t>
            </a:r>
            <a:r>
              <a:rPr lang="en-US" b="1" dirty="0" smtClean="0">
                <a:solidFill>
                  <a:srgbClr val="1F6AAD"/>
                </a:solidFill>
                <a:cs typeface="Arial" pitchFamily="34" charset="0"/>
              </a:rPr>
              <a:t> files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 xmlns:a16="http://schemas.microsoft.com/office/drawing/2014/main" id="{90AB713C-D13C-4830-B253-A202A18E42AA}"/>
              </a:ext>
            </a:extLst>
          </p:cNvPr>
          <p:cNvSpPr txBox="1">
            <a:spLocks noChangeArrowheads="1"/>
          </p:cNvSpPr>
          <p:nvPr/>
        </p:nvSpPr>
        <p:spPr>
          <a:xfrm>
            <a:off x="457200" y="1405947"/>
            <a:ext cx="83820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600" b="1" dirty="0"/>
              <a:t>There are two main types of files:</a:t>
            </a:r>
            <a:endParaRPr lang="en-US" sz="1600" dirty="0"/>
          </a:p>
          <a:p>
            <a:pPr marL="0" indent="0">
              <a:lnSpc>
                <a:spcPct val="70000"/>
              </a:lnSpc>
              <a:buNone/>
            </a:pPr>
            <a:endParaRPr lang="en-US" altLang="en-US" sz="1600" dirty="0" smtClean="0">
              <a:latin typeface="Raleway" panose="020B0003030101060003"/>
            </a:endParaRPr>
          </a:p>
          <a:p>
            <a:pPr marL="0" indent="0">
              <a:lnSpc>
                <a:spcPct val="70000"/>
              </a:lnSpc>
              <a:buNone/>
            </a:pPr>
            <a:r>
              <a:rPr lang="en-US" altLang="en-US" sz="1600" dirty="0" smtClean="0">
                <a:latin typeface="Raleway" panose="020B0003030101060003"/>
              </a:rPr>
              <a:t>A ) STRUCTURED FILES</a:t>
            </a:r>
          </a:p>
          <a:p>
            <a:pPr marL="0" indent="0">
              <a:lnSpc>
                <a:spcPct val="70000"/>
              </a:lnSpc>
              <a:buNone/>
            </a:pPr>
            <a:r>
              <a:rPr lang="en-US" altLang="en-US" sz="1600" dirty="0">
                <a:latin typeface="Raleway" panose="020B0003030101060003"/>
              </a:rPr>
              <a:t> </a:t>
            </a:r>
            <a:r>
              <a:rPr lang="en-US" altLang="en-US" sz="1600" dirty="0" smtClean="0">
                <a:latin typeface="Raleway" panose="020B0003030101060003"/>
              </a:rPr>
              <a:t>     	1. Key –sequenced </a:t>
            </a:r>
          </a:p>
          <a:p>
            <a:pPr marL="0" indent="0">
              <a:lnSpc>
                <a:spcPct val="70000"/>
              </a:lnSpc>
              <a:buNone/>
            </a:pPr>
            <a:r>
              <a:rPr lang="en-US" altLang="en-US" sz="1600" dirty="0">
                <a:latin typeface="Raleway" panose="020B0003030101060003"/>
              </a:rPr>
              <a:t> </a:t>
            </a:r>
            <a:r>
              <a:rPr lang="en-US" altLang="en-US" sz="1600" dirty="0" smtClean="0">
                <a:latin typeface="Raleway" panose="020B0003030101060003"/>
              </a:rPr>
              <a:t>     	2. Entry – sequenced </a:t>
            </a:r>
          </a:p>
          <a:p>
            <a:pPr marL="0" indent="0">
              <a:lnSpc>
                <a:spcPct val="70000"/>
              </a:lnSpc>
              <a:buNone/>
            </a:pPr>
            <a:r>
              <a:rPr lang="en-US" altLang="en-US" sz="1600" dirty="0">
                <a:latin typeface="Raleway" panose="020B0003030101060003"/>
              </a:rPr>
              <a:t>	</a:t>
            </a:r>
            <a:r>
              <a:rPr lang="en-US" altLang="en-US" sz="1600" dirty="0" smtClean="0">
                <a:latin typeface="Raleway" panose="020B0003030101060003"/>
              </a:rPr>
              <a:t>3. Queue</a:t>
            </a:r>
          </a:p>
          <a:p>
            <a:pPr marL="0" indent="0">
              <a:lnSpc>
                <a:spcPct val="70000"/>
              </a:lnSpc>
              <a:buNone/>
            </a:pPr>
            <a:r>
              <a:rPr lang="en-US" altLang="en-US" sz="1600" dirty="0">
                <a:latin typeface="Raleway" panose="020B0003030101060003"/>
              </a:rPr>
              <a:t>	</a:t>
            </a:r>
            <a:r>
              <a:rPr lang="en-US" altLang="en-US" sz="1600" dirty="0" smtClean="0">
                <a:latin typeface="Raleway" panose="020B0003030101060003"/>
              </a:rPr>
              <a:t>4. Relative</a:t>
            </a:r>
          </a:p>
          <a:p>
            <a:pPr marL="0" indent="0">
              <a:lnSpc>
                <a:spcPct val="70000"/>
              </a:lnSpc>
              <a:buNone/>
            </a:pPr>
            <a:endParaRPr lang="en-US" altLang="en-US" sz="1600" dirty="0">
              <a:latin typeface="Raleway" panose="020B0003030101060003"/>
            </a:endParaRPr>
          </a:p>
          <a:p>
            <a:pPr marL="0" indent="0">
              <a:lnSpc>
                <a:spcPct val="70000"/>
              </a:lnSpc>
              <a:buNone/>
            </a:pPr>
            <a:r>
              <a:rPr lang="en-US" altLang="en-US" sz="1600" dirty="0" smtClean="0">
                <a:latin typeface="Raleway" panose="020B0003030101060003"/>
              </a:rPr>
              <a:t>B ) UNSTRUCTURED FILES</a:t>
            </a:r>
            <a:endParaRPr lang="en-US" altLang="en-US" sz="1600" dirty="0">
              <a:latin typeface="Raleway" panose="020B0003030101060003"/>
            </a:endParaRPr>
          </a:p>
        </p:txBody>
      </p:sp>
    </p:spTree>
    <p:extLst>
      <p:ext uri="{BB962C8B-B14F-4D97-AF65-F5344CB8AC3E}">
        <p14:creationId xmlns:p14="http://schemas.microsoft.com/office/powerpoint/2010/main" val="374785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7</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1) Key – sequenced file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 xmlns:a16="http://schemas.microsoft.com/office/drawing/2014/main" id="{D320931F-DC64-4EBA-A86C-9D9195DDDF41}"/>
              </a:ext>
            </a:extLst>
          </p:cNvPr>
          <p:cNvSpPr txBox="1">
            <a:spLocks noChangeArrowheads="1"/>
          </p:cNvSpPr>
          <p:nvPr/>
        </p:nvSpPr>
        <p:spPr>
          <a:xfrm>
            <a:off x="457200" y="1569067"/>
            <a:ext cx="85344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Records are ordered by value in </a:t>
            </a:r>
            <a:r>
              <a:rPr lang="en-US" sz="1600" b="1" i="1" dirty="0"/>
              <a:t>primary-key </a:t>
            </a:r>
            <a:r>
              <a:rPr lang="en-US" sz="1600" dirty="0"/>
              <a:t>field </a:t>
            </a:r>
          </a:p>
          <a:p>
            <a:pPr lvl="0"/>
            <a:r>
              <a:rPr lang="en-US" sz="1600" dirty="0"/>
              <a:t>Access is by primary or alternate key</a:t>
            </a:r>
          </a:p>
          <a:p>
            <a:pPr lvl="0"/>
            <a:r>
              <a:rPr lang="en-US" sz="1600" dirty="0"/>
              <a:t>Length of primary key varies(Key is actually part of record).</a:t>
            </a:r>
          </a:p>
          <a:p>
            <a:pPr lvl="0"/>
            <a:r>
              <a:rPr lang="en-US" sz="1600" dirty="0"/>
              <a:t>Records can be </a:t>
            </a:r>
            <a:r>
              <a:rPr lang="en-US" sz="1600" b="1" i="1" dirty="0"/>
              <a:t>deleted, </a:t>
            </a:r>
            <a:r>
              <a:rPr lang="en-US" sz="1600" b="1" i="1" dirty="0" smtClean="0"/>
              <a:t>shortened, or </a:t>
            </a:r>
            <a:r>
              <a:rPr lang="en-US" sz="1600" b="1" i="1" dirty="0"/>
              <a:t>lengthened</a:t>
            </a:r>
            <a:r>
              <a:rPr lang="en-US" sz="1600" dirty="0"/>
              <a:t> within the maximum size which is specified.</a:t>
            </a:r>
          </a:p>
          <a:p>
            <a:pPr lvl="0"/>
            <a:r>
              <a:rPr lang="en-US" sz="1600" dirty="0"/>
              <a:t>Space freed by deleting or shortening a record can be reused.</a:t>
            </a:r>
          </a:p>
          <a:p>
            <a:pPr lvl="0"/>
            <a:r>
              <a:rPr lang="en-US" sz="1600" dirty="0"/>
              <a:t>The type is K</a:t>
            </a:r>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41269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8</a:t>
            </a:fld>
            <a:endParaRPr lang="en-US" dirty="0"/>
          </a:p>
        </p:txBody>
      </p:sp>
      <p:sp>
        <p:nvSpPr>
          <p:cNvPr id="7" name="Title 1"/>
          <p:cNvSpPr>
            <a:spLocks noGrp="1"/>
          </p:cNvSpPr>
          <p:nvPr>
            <p:ph type="title"/>
          </p:nvPr>
        </p:nvSpPr>
        <p:spPr>
          <a:xfrm>
            <a:off x="457200" y="187325"/>
            <a:ext cx="10515600" cy="777875"/>
          </a:xfrm>
        </p:spPr>
        <p:txBody>
          <a:bodyPr>
            <a:normAutofit/>
          </a:bodyPr>
          <a:lstStyle/>
          <a:p>
            <a:r>
              <a:rPr lang="en-US" b="1" dirty="0" smtClean="0">
                <a:solidFill>
                  <a:srgbClr val="1F6AAD"/>
                </a:solidFill>
                <a:cs typeface="Arial" pitchFamily="34" charset="0"/>
              </a:rPr>
              <a:t>Entry Sequenced file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 xmlns:a16="http://schemas.microsoft.com/office/drawing/2014/main" id="{F3CB88D6-A117-4F78-A3AE-93F413E296FD}"/>
              </a:ext>
            </a:extLst>
          </p:cNvPr>
          <p:cNvSpPr txBox="1">
            <a:spLocks noChangeArrowheads="1"/>
          </p:cNvSpPr>
          <p:nvPr/>
        </p:nvSpPr>
        <p:spPr bwMode="auto">
          <a:xfrm>
            <a:off x="205408" y="1197279"/>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10" name="Rectangle 3">
            <a:extLst>
              <a:ext uri="{FF2B5EF4-FFF2-40B4-BE49-F238E27FC236}">
                <a16:creationId xmlns="" xmlns:a16="http://schemas.microsoft.com/office/drawing/2014/main" id="{EF52617D-406B-44CB-B904-682190CF105A}"/>
              </a:ext>
            </a:extLst>
          </p:cNvPr>
          <p:cNvSpPr txBox="1">
            <a:spLocks noChangeArrowheads="1"/>
          </p:cNvSpPr>
          <p:nvPr/>
        </p:nvSpPr>
        <p:spPr>
          <a:xfrm>
            <a:off x="45720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Records are in the order in which they are entered </a:t>
            </a:r>
          </a:p>
          <a:p>
            <a:pPr lvl="0"/>
            <a:r>
              <a:rPr lang="en-US" sz="1600" dirty="0"/>
              <a:t> Access is by </a:t>
            </a:r>
            <a:r>
              <a:rPr lang="en-US" sz="1600" b="1" i="1" dirty="0"/>
              <a:t>record address</a:t>
            </a:r>
            <a:r>
              <a:rPr lang="en-US" sz="1600" dirty="0"/>
              <a:t> or </a:t>
            </a:r>
            <a:r>
              <a:rPr lang="en-US" sz="1600" b="1" i="1" dirty="0"/>
              <a:t>alternate key</a:t>
            </a:r>
            <a:endParaRPr lang="en-US" sz="1600" dirty="0"/>
          </a:p>
          <a:p>
            <a:pPr lvl="0"/>
            <a:r>
              <a:rPr lang="en-US" sz="1600" dirty="0"/>
              <a:t> Record </a:t>
            </a:r>
            <a:r>
              <a:rPr lang="en-US" sz="1600" b="1" i="1" dirty="0"/>
              <a:t>address </a:t>
            </a:r>
            <a:r>
              <a:rPr lang="en-US" sz="1600" dirty="0"/>
              <a:t>is primary key which is 8 bytes in length.</a:t>
            </a:r>
          </a:p>
          <a:p>
            <a:pPr lvl="0"/>
            <a:r>
              <a:rPr lang="en-US" sz="1600" dirty="0"/>
              <a:t> Records can not be </a:t>
            </a:r>
            <a:r>
              <a:rPr lang="en-US" sz="1600" b="1" i="1" dirty="0"/>
              <a:t>deleted, shortened, or lengthened</a:t>
            </a:r>
            <a:r>
              <a:rPr lang="en-US" sz="1600" dirty="0"/>
              <a:t> within the maximum size  which is  specified.</a:t>
            </a:r>
          </a:p>
          <a:p>
            <a:pPr lvl="0"/>
            <a:r>
              <a:rPr lang="en-US" sz="1600" dirty="0"/>
              <a:t>A record cannot be deleted, but its space can be used for another record of the same size.</a:t>
            </a:r>
          </a:p>
          <a:p>
            <a:pPr lvl="0"/>
            <a:r>
              <a:rPr lang="en-US" sz="1600" dirty="0"/>
              <a:t>The type is </a:t>
            </a:r>
            <a:r>
              <a:rPr lang="en-US" sz="1600" b="1" dirty="0"/>
              <a:t>E</a:t>
            </a:r>
            <a:endParaRPr lang="en-US" sz="1600" dirty="0"/>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52704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9</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Queue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 xmlns:a16="http://schemas.microsoft.com/office/drawing/2014/main" id="{F3CB88D6-A117-4F78-A3AE-93F413E296FD}"/>
              </a:ext>
            </a:extLst>
          </p:cNvPr>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 xmlns:a16="http://schemas.microsoft.com/office/drawing/2014/main" id="{B46E69BB-9ACB-4210-A41D-1F40E1A63501}"/>
              </a:ext>
            </a:extLst>
          </p:cNvPr>
          <p:cNvSpPr txBox="1">
            <a:spLocks noChangeArrowheads="1"/>
          </p:cNvSpPr>
          <p:nvPr/>
        </p:nvSpPr>
        <p:spPr>
          <a:xfrm>
            <a:off x="457200" y="1353128"/>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Records are ordered first by </a:t>
            </a:r>
            <a:r>
              <a:rPr lang="en-US" sz="1600" b="1" i="1" dirty="0"/>
              <a:t>user key</a:t>
            </a:r>
            <a:r>
              <a:rPr lang="en-US" sz="1600" dirty="0"/>
              <a:t> if present and then by </a:t>
            </a:r>
            <a:r>
              <a:rPr lang="en-US" sz="1600" b="1" i="1" dirty="0"/>
              <a:t>timestamp</a:t>
            </a:r>
            <a:r>
              <a:rPr lang="en-US" sz="1600" dirty="0"/>
              <a:t>.</a:t>
            </a:r>
          </a:p>
          <a:p>
            <a:pPr lvl="0"/>
            <a:r>
              <a:rPr lang="en-US" sz="1600" dirty="0"/>
              <a:t>  Access is by primary key consisting of an optional user key and a timestamp.</a:t>
            </a:r>
          </a:p>
          <a:p>
            <a:pPr lvl="0"/>
            <a:r>
              <a:rPr lang="en-US" sz="1600" dirty="0"/>
              <a:t>  Length of primary key varies but must be at least 8 bytes to hold a timestamp.</a:t>
            </a:r>
          </a:p>
          <a:p>
            <a:pPr lvl="0"/>
            <a:r>
              <a:rPr lang="en-US" sz="1600" dirty="0"/>
              <a:t>  Records can only be </a:t>
            </a:r>
            <a:r>
              <a:rPr lang="en-US" sz="1600" b="1" i="1" dirty="0"/>
              <a:t>deleted</a:t>
            </a:r>
            <a:r>
              <a:rPr lang="en-US" sz="1600" dirty="0"/>
              <a:t>.</a:t>
            </a:r>
          </a:p>
          <a:p>
            <a:pPr lvl="0"/>
            <a:r>
              <a:rPr lang="en-US" sz="1600" dirty="0"/>
              <a:t>  Space freed by deleting a record can be reused.</a:t>
            </a:r>
          </a:p>
          <a:p>
            <a:pPr lvl="0"/>
            <a:r>
              <a:rPr lang="en-US" sz="1600" dirty="0"/>
              <a:t>The type is</a:t>
            </a:r>
            <a:r>
              <a:rPr lang="en-US" sz="1600" b="1" dirty="0"/>
              <a:t> K</a:t>
            </a:r>
            <a:r>
              <a:rPr lang="en-US" sz="1600" b="1" dirty="0" smtClean="0"/>
              <a:t>.</a:t>
            </a:r>
          </a:p>
          <a:p>
            <a:r>
              <a:rPr lang="en-US" sz="1600" dirty="0"/>
              <a:t>These restrictions apply to queue files:</a:t>
            </a:r>
          </a:p>
          <a:p>
            <a:pPr marL="0" indent="0">
              <a:buNone/>
            </a:pPr>
            <a:r>
              <a:rPr lang="en-US" sz="1600" dirty="0" smtClean="0"/>
              <a:t> 	• </a:t>
            </a:r>
            <a:r>
              <a:rPr lang="en-US" sz="1600" dirty="0"/>
              <a:t>Queue files cannot be SQL objects</a:t>
            </a:r>
            <a:r>
              <a:rPr lang="en-US" sz="1600" dirty="0" smtClean="0"/>
              <a:t>.</a:t>
            </a:r>
          </a:p>
          <a:p>
            <a:pPr marL="0" indent="0">
              <a:buNone/>
            </a:pPr>
            <a:r>
              <a:rPr lang="en-US" sz="1600" dirty="0"/>
              <a:t>	</a:t>
            </a:r>
            <a:r>
              <a:rPr lang="en-US" sz="1600" dirty="0" smtClean="0"/>
              <a:t>• </a:t>
            </a:r>
            <a:r>
              <a:rPr lang="en-US" sz="1600" dirty="0"/>
              <a:t>You cannot define alternate keys or partitions for queue files.</a:t>
            </a:r>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49935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10</a:t>
            </a:fld>
            <a:endParaRPr lang="en-US" dirty="0"/>
          </a:p>
        </p:txBody>
      </p:sp>
      <p:sp>
        <p:nvSpPr>
          <p:cNvPr id="7" name="Title 1"/>
          <p:cNvSpPr>
            <a:spLocks noGrp="1"/>
          </p:cNvSpPr>
          <p:nvPr>
            <p:ph type="title"/>
          </p:nvPr>
        </p:nvSpPr>
        <p:spPr>
          <a:xfrm>
            <a:off x="457200" y="187325"/>
            <a:ext cx="10515600" cy="777875"/>
          </a:xfrm>
        </p:spPr>
        <p:txBody>
          <a:bodyPr>
            <a:normAutofit/>
          </a:bodyPr>
          <a:lstStyle/>
          <a:p>
            <a:r>
              <a:rPr lang="en-US" b="1" dirty="0" smtClean="0">
                <a:solidFill>
                  <a:srgbClr val="1F6AAD"/>
                </a:solidFill>
                <a:cs typeface="Arial" pitchFamily="34" charset="0"/>
              </a:rPr>
              <a:t>Relative</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9" name="Rectangle 3">
            <a:extLst>
              <a:ext uri="{FF2B5EF4-FFF2-40B4-BE49-F238E27FC236}">
                <a16:creationId xmlns="" xmlns:a16="http://schemas.microsoft.com/office/drawing/2014/main" id="{4CD5317E-355F-43F4-91E8-8A6160F8DD60}"/>
              </a:ext>
            </a:extLst>
          </p:cNvPr>
          <p:cNvSpPr txBox="1">
            <a:spLocks noChangeArrowheads="1"/>
          </p:cNvSpPr>
          <p:nvPr/>
        </p:nvSpPr>
        <p:spPr>
          <a:xfrm>
            <a:off x="337930" y="1390072"/>
            <a:ext cx="84582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Records are ordered by relative </a:t>
            </a:r>
            <a:r>
              <a:rPr lang="en-US" sz="1600" b="1" i="1" dirty="0"/>
              <a:t>record number </a:t>
            </a:r>
            <a:endParaRPr lang="en-US" sz="1600" dirty="0"/>
          </a:p>
          <a:p>
            <a:pPr lvl="0"/>
            <a:r>
              <a:rPr lang="en-US" sz="1600" dirty="0"/>
              <a:t>Access is by </a:t>
            </a:r>
            <a:r>
              <a:rPr lang="en-US" sz="1600" b="1" i="1" dirty="0"/>
              <a:t>record number</a:t>
            </a:r>
            <a:r>
              <a:rPr lang="en-US" sz="1600" dirty="0"/>
              <a:t> or </a:t>
            </a:r>
            <a:r>
              <a:rPr lang="en-US" sz="1600" b="1" i="1" dirty="0"/>
              <a:t>alternate key</a:t>
            </a:r>
            <a:endParaRPr lang="en-US" sz="1600" dirty="0"/>
          </a:p>
          <a:p>
            <a:pPr lvl="0"/>
            <a:r>
              <a:rPr lang="en-US" sz="1600" b="1" i="1" dirty="0"/>
              <a:t>Record number</a:t>
            </a:r>
            <a:r>
              <a:rPr lang="en-US" sz="1600" dirty="0"/>
              <a:t> is primary key which is 8 bytes in length.</a:t>
            </a:r>
          </a:p>
          <a:p>
            <a:pPr lvl="0"/>
            <a:r>
              <a:rPr lang="en-US" sz="1600" dirty="0"/>
              <a:t>Records can be </a:t>
            </a:r>
            <a:r>
              <a:rPr lang="en-US" sz="1600" b="1" i="1" dirty="0"/>
              <a:t>deleted, shortened, or lengthened</a:t>
            </a:r>
            <a:r>
              <a:rPr lang="en-US" sz="1600" dirty="0"/>
              <a:t> within the maximum size which is  specified.</a:t>
            </a:r>
          </a:p>
          <a:p>
            <a:pPr lvl="0"/>
            <a:r>
              <a:rPr lang="en-US" sz="1600" dirty="0"/>
              <a:t>Space freed by deleting a record can be reused.</a:t>
            </a:r>
          </a:p>
          <a:p>
            <a:pPr lvl="0"/>
            <a:r>
              <a:rPr lang="en-US" sz="1600" dirty="0"/>
              <a:t>The type is</a:t>
            </a:r>
            <a:r>
              <a:rPr lang="en-US" sz="1600" b="1" dirty="0"/>
              <a:t> R</a:t>
            </a:r>
            <a:endParaRPr lang="en-US" sz="1600" dirty="0"/>
          </a:p>
          <a:p>
            <a:endParaRPr lang="en-US" sz="1600" dirty="0"/>
          </a:p>
        </p:txBody>
      </p:sp>
    </p:spTree>
    <p:extLst>
      <p:ext uri="{BB962C8B-B14F-4D97-AF65-F5344CB8AC3E}">
        <p14:creationId xmlns:p14="http://schemas.microsoft.com/office/powerpoint/2010/main" val="145992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11</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Unstructured files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a:extLst>
              <a:ext uri="{FF2B5EF4-FFF2-40B4-BE49-F238E27FC236}">
                <a16:creationId xmlns="" xmlns:a16="http://schemas.microsoft.com/office/drawing/2014/main" id="{F3CB88D6-A117-4F78-A3AE-93F413E296FD}"/>
              </a:ext>
            </a:extLst>
          </p:cNvPr>
          <p:cNvSpPr txBox="1">
            <a:spLocks noChangeArrowheads="1"/>
          </p:cNvSpPr>
          <p:nvPr/>
        </p:nvSpPr>
        <p:spPr bwMode="auto">
          <a:xfrm>
            <a:off x="0" y="1145763"/>
            <a:ext cx="6665790" cy="3935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513"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513"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Rectangle 3">
            <a:extLst>
              <a:ext uri="{FF2B5EF4-FFF2-40B4-BE49-F238E27FC236}">
                <a16:creationId xmlns="" xmlns:a16="http://schemas.microsoft.com/office/drawing/2014/main" id="{3B91A1AA-1FD3-4DCD-B6C7-270B3E480F0A}"/>
              </a:ext>
            </a:extLst>
          </p:cNvPr>
          <p:cNvSpPr txBox="1">
            <a:spLocks noChangeArrowheads="1"/>
          </p:cNvSpPr>
          <p:nvPr/>
        </p:nvSpPr>
        <p:spPr>
          <a:xfrm>
            <a:off x="457200" y="1390072"/>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Unstructured files are an edit files or code files.</a:t>
            </a:r>
          </a:p>
          <a:p>
            <a:pPr lvl="0"/>
            <a:r>
              <a:rPr lang="en-US" sz="1600" dirty="0"/>
              <a:t>They can not be a data file. </a:t>
            </a:r>
          </a:p>
          <a:p>
            <a:pPr lvl="0"/>
            <a:r>
              <a:rPr lang="en-US" sz="1600" dirty="0"/>
              <a:t>Data stored in an unstructured file is </a:t>
            </a:r>
            <a:r>
              <a:rPr lang="en-US" sz="1600" dirty="0" err="1"/>
              <a:t>accessd</a:t>
            </a:r>
            <a:r>
              <a:rPr lang="en-US" sz="1600" dirty="0"/>
              <a:t> in terms of a relative byte address(RBA). </a:t>
            </a:r>
          </a:p>
          <a:p>
            <a:pPr lvl="0"/>
            <a:r>
              <a:rPr lang="en-US" sz="1600" dirty="0" err="1"/>
              <a:t>Eg</a:t>
            </a:r>
            <a:r>
              <a:rPr lang="en-US" sz="1600" dirty="0"/>
              <a:t>. Line number of anything can be a RBA.</a:t>
            </a:r>
          </a:p>
          <a:p>
            <a:pPr lvl="0"/>
            <a:r>
              <a:rPr lang="en-US" sz="1600" dirty="0"/>
              <a:t>A relative byte address </a:t>
            </a:r>
            <a:r>
              <a:rPr lang="en-US" sz="1600" b="1" i="1" dirty="0"/>
              <a:t>is an offset,</a:t>
            </a:r>
            <a:r>
              <a:rPr lang="en-US" sz="1600" dirty="0"/>
              <a:t> in bytes, from the first byte in the file; the first byte is at RBA zero. </a:t>
            </a:r>
          </a:p>
          <a:p>
            <a:pPr lvl="0"/>
            <a:r>
              <a:rPr lang="en-US" sz="1600" dirty="0"/>
              <a:t>The type is </a:t>
            </a:r>
            <a:r>
              <a:rPr lang="en-US" sz="1600" b="1" dirty="0"/>
              <a:t>U </a:t>
            </a:r>
            <a:endParaRPr lang="en-US" sz="1600" dirty="0"/>
          </a:p>
          <a:p>
            <a:pPr lvl="0"/>
            <a:r>
              <a:rPr lang="en-US" sz="1600" dirty="0"/>
              <a:t>The code for this is 101.</a:t>
            </a:r>
            <a:r>
              <a:rPr lang="en-US" sz="1600" b="1" dirty="0"/>
              <a:t> </a:t>
            </a:r>
            <a:endParaRPr lang="en-US" sz="1600" dirty="0"/>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213843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pPr/>
              <a:t>12</a:t>
            </a:fld>
            <a:endParaRPr lang="en-US" dirty="0"/>
          </a:p>
        </p:txBody>
      </p:sp>
      <p:sp>
        <p:nvSpPr>
          <p:cNvPr id="7" name="Title 1"/>
          <p:cNvSpPr>
            <a:spLocks noGrp="1"/>
          </p:cNvSpPr>
          <p:nvPr>
            <p:ph type="title"/>
          </p:nvPr>
        </p:nvSpPr>
        <p:spPr>
          <a:xfrm>
            <a:off x="457200" y="187325"/>
            <a:ext cx="10515600" cy="777875"/>
          </a:xfrm>
        </p:spPr>
        <p:txBody>
          <a:bodyPr/>
          <a:lstStyle/>
          <a:p>
            <a:r>
              <a:rPr lang="en-US" b="1" dirty="0" smtClean="0">
                <a:solidFill>
                  <a:srgbClr val="1F6AAD"/>
                </a:solidFill>
                <a:cs typeface="Arial" pitchFamily="34" charset="0"/>
              </a:rPr>
              <a:t>Partitioned files</a:t>
            </a:r>
            <a:endParaRPr lang="en-US" b="1" dirty="0">
              <a:solidFill>
                <a:srgbClr val="1F6AAD"/>
              </a:solidFill>
              <a:cs typeface="Arial" pitchFamily="34" charset="0"/>
            </a:endParaRPr>
          </a:p>
        </p:txBody>
      </p:sp>
      <p:sp>
        <p:nvSpPr>
          <p:cNvPr id="8" name="Content Placeholder 2"/>
          <p:cNvSpPr txBox="1">
            <a:spLocks/>
          </p:cNvSpPr>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9" name="Rectangle 3">
            <a:extLst>
              <a:ext uri="{FF2B5EF4-FFF2-40B4-BE49-F238E27FC236}">
                <a16:creationId xmlns="" xmlns:a16="http://schemas.microsoft.com/office/drawing/2014/main" id="{5E586891-E1B5-4DC4-8EB9-A59396075F1A}"/>
              </a:ext>
            </a:extLst>
          </p:cNvPr>
          <p:cNvSpPr txBox="1">
            <a:spLocks noChangeArrowheads="1"/>
          </p:cNvSpPr>
          <p:nvPr/>
        </p:nvSpPr>
        <p:spPr>
          <a:xfrm>
            <a:off x="556591" y="1569067"/>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600" dirty="0"/>
              <a:t>Partition files are CAF(Card Authorization Files) files</a:t>
            </a:r>
          </a:p>
          <a:p>
            <a:pPr lvl="0"/>
            <a:r>
              <a:rPr lang="en-US" sz="1600" dirty="0"/>
              <a:t>We can create a file which resides entirely on a single volume or over several volumes. Moreover, the separate volumes.</a:t>
            </a:r>
          </a:p>
          <a:p>
            <a:pPr lvl="0"/>
            <a:r>
              <a:rPr lang="en-US" sz="1600" dirty="0"/>
              <a:t>It is need not reside on the same system; we can partition a file across network nodes.</a:t>
            </a:r>
          </a:p>
          <a:p>
            <a:pPr lvl="0"/>
            <a:r>
              <a:rPr lang="en-US" sz="1600" b="1" i="1" dirty="0"/>
              <a:t>Up to 16 partitions are permitted.</a:t>
            </a:r>
            <a:endParaRPr lang="en-US" sz="1600" dirty="0"/>
          </a:p>
          <a:p>
            <a:pPr lvl="0"/>
            <a:r>
              <a:rPr lang="en-US" sz="1600" dirty="0"/>
              <a:t>The entire file is opened for access by </a:t>
            </a:r>
            <a:r>
              <a:rPr lang="en-US" sz="1600" b="1" i="1" dirty="0"/>
              <a:t>supplying the name of the primary partition</a:t>
            </a:r>
            <a:r>
              <a:rPr lang="en-US" sz="1600" dirty="0"/>
              <a:t>.</a:t>
            </a:r>
          </a:p>
          <a:p>
            <a:pPr lvl="0"/>
            <a:r>
              <a:rPr lang="en-US" sz="1600" dirty="0"/>
              <a:t>Unless you specify </a:t>
            </a:r>
            <a:r>
              <a:rPr lang="en-US" sz="1600" b="1" i="1" dirty="0"/>
              <a:t>unstructured access</a:t>
            </a:r>
            <a:r>
              <a:rPr lang="en-US" sz="1600" dirty="0"/>
              <a:t>, the file system rejects any attempt </a:t>
            </a:r>
            <a:r>
              <a:rPr lang="en-US" sz="1600" dirty="0" smtClean="0"/>
              <a:t>to open </a:t>
            </a:r>
            <a:r>
              <a:rPr lang="en-US" sz="1600" dirty="0"/>
              <a:t>a secondary partition of a file.</a:t>
            </a:r>
          </a:p>
          <a:p>
            <a:pPr lvl="0"/>
            <a:r>
              <a:rPr lang="en-US" sz="1600" dirty="0"/>
              <a:t>Partitioned files are valuable for many reasons. </a:t>
            </a:r>
          </a:p>
          <a:p>
            <a:pPr lvl="0"/>
            <a:r>
              <a:rPr lang="en-US" sz="1600" b="1" dirty="0" err="1"/>
              <a:t>Eg</a:t>
            </a:r>
            <a:r>
              <a:rPr lang="en-US" sz="1600" b="1" dirty="0"/>
              <a:t>: </a:t>
            </a:r>
            <a:r>
              <a:rPr lang="en-US" sz="1600" dirty="0"/>
              <a:t>suppose a disk size is 5GB and we are having a file of size 10GB then it is not possible to load the entire file on that disk; then there is need for partitioning the file.</a:t>
            </a:r>
          </a:p>
          <a:p>
            <a:r>
              <a:rPr lang="en-US" sz="1600" dirty="0"/>
              <a:t>We can </a:t>
            </a:r>
            <a:r>
              <a:rPr lang="en-US" sz="1600" dirty="0" err="1"/>
              <a:t>devide</a:t>
            </a:r>
            <a:r>
              <a:rPr lang="en-US" sz="1600" dirty="0"/>
              <a:t> the records(say from A-P on $disk1, Q-V on $disk2 and W-Z on </a:t>
            </a:r>
            <a:r>
              <a:rPr lang="en-US" sz="1600" dirty="0" smtClean="0"/>
              <a:t>$</a:t>
            </a:r>
            <a:r>
              <a:rPr lang="en-US" sz="1600" dirty="0"/>
              <a:t>disk3 based on the size and primary key)and store the files on different volumes with the same name.  </a:t>
            </a:r>
          </a:p>
          <a:p>
            <a:pPr marL="0" indent="0">
              <a:lnSpc>
                <a:spcPct val="70000"/>
              </a:lnSpc>
              <a:buNone/>
            </a:pPr>
            <a:endParaRPr lang="en-US" altLang="en-US" sz="1600" dirty="0">
              <a:latin typeface="Raleway" panose="020B0003030101060003"/>
            </a:endParaRPr>
          </a:p>
        </p:txBody>
      </p:sp>
    </p:spTree>
    <p:extLst>
      <p:ext uri="{BB962C8B-B14F-4D97-AF65-F5344CB8AC3E}">
        <p14:creationId xmlns:p14="http://schemas.microsoft.com/office/powerpoint/2010/main" val="273449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2D30CD09-E6A5-4133-8EC8-9A3CA58B56EE}"/>
              </a:ext>
            </a:extLst>
          </p:cNvPr>
          <p:cNvSpPr txBox="1">
            <a:spLocks/>
          </p:cNvSpPr>
          <p:nvPr/>
        </p:nvSpPr>
        <p:spPr>
          <a:xfrm>
            <a:off x="1815921" y="2376942"/>
            <a:ext cx="2662529" cy="97156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1F6AAD"/>
                </a:solidFill>
                <a:latin typeface="Raleway Extrabold" panose="020B0003030101060003" pitchFamily="34" charset="0"/>
              </a:rPr>
              <a:t>THANK</a:t>
            </a:r>
          </a:p>
          <a:p>
            <a:pPr algn="ctr"/>
            <a:r>
              <a:rPr lang="en-US" sz="3600" b="1" dirty="0">
                <a:solidFill>
                  <a:srgbClr val="1F6AAD"/>
                </a:solidFill>
                <a:latin typeface="Raleway Extrabold" panose="020B0003030101060003" pitchFamily="34" charset="0"/>
              </a:rPr>
              <a:t>YOU!</a:t>
            </a:r>
            <a:endParaRPr lang="en-IN" sz="3600" dirty="0">
              <a:latin typeface="Raleway Extrabold" panose="020B0003030101060003" pitchFamily="34" charset="0"/>
            </a:endParaRPr>
          </a:p>
        </p:txBody>
      </p:sp>
      <p:pic>
        <p:nvPicPr>
          <p:cNvPr id="6" name="Picture 5">
            <a:extLst>
              <a:ext uri="{FF2B5EF4-FFF2-40B4-BE49-F238E27FC236}">
                <a16:creationId xmlns="" xmlns:a16="http://schemas.microsoft.com/office/drawing/2014/main" id="{5A928849-BEAD-4C4E-BA3E-8CC0B89E0399}"/>
              </a:ext>
            </a:extLst>
          </p:cNvPr>
          <p:cNvPicPr>
            <a:picLocks noChangeAspect="1"/>
          </p:cNvPicPr>
          <p:nvPr/>
        </p:nvPicPr>
        <p:blipFill>
          <a:blip r:embed="rId2"/>
          <a:stretch>
            <a:fillRect/>
          </a:stretch>
        </p:blipFill>
        <p:spPr>
          <a:xfrm>
            <a:off x="6669740" y="280575"/>
            <a:ext cx="4673769" cy="4680520"/>
          </a:xfrm>
          <a:prstGeom prst="rect">
            <a:avLst/>
          </a:prstGeom>
        </p:spPr>
      </p:pic>
      <p:sp>
        <p:nvSpPr>
          <p:cNvPr id="7" name="Rectangle 6">
            <a:extLst>
              <a:ext uri="{FF2B5EF4-FFF2-40B4-BE49-F238E27FC236}">
                <a16:creationId xmlns="" xmlns:a16="http://schemas.microsoft.com/office/drawing/2014/main" id="{5BEAF8DA-401D-480D-84DD-161F642EBC7E}"/>
              </a:ext>
            </a:extLst>
          </p:cNvPr>
          <p:cNvSpPr/>
          <p:nvPr/>
        </p:nvSpPr>
        <p:spPr>
          <a:xfrm>
            <a:off x="399246" y="5579282"/>
            <a:ext cx="11449319" cy="923330"/>
          </a:xfrm>
          <a:prstGeom prst="rect">
            <a:avLst/>
          </a:prstGeom>
        </p:spPr>
        <p:txBody>
          <a:bodyPr wrap="square">
            <a:spAutoFit/>
          </a:bodyPr>
          <a:lstStyle/>
          <a:p>
            <a:pPr algn="ctr"/>
            <a:r>
              <a:rPr lang="en-US" sz="1400" b="1" dirty="0">
                <a:latin typeface="Raleway" panose="020B0003030101060003" pitchFamily="34" charset="0"/>
              </a:rPr>
              <a:t>Concerto Software and Systems Private Limited</a:t>
            </a:r>
          </a:p>
          <a:p>
            <a:pPr algn="ctr"/>
            <a:r>
              <a:rPr lang="en-US" sz="1200" dirty="0">
                <a:latin typeface="Raleway" panose="020B0003030101060003" pitchFamily="34" charset="0"/>
              </a:rPr>
              <a:t>311-313, Building 2, Sector 1, Millennium Business Park, Mahape, Navi Mumbai -400 710</a:t>
            </a:r>
          </a:p>
          <a:p>
            <a:pPr algn="ctr">
              <a:lnSpc>
                <a:spcPct val="200000"/>
              </a:lnSpc>
            </a:pPr>
            <a:r>
              <a:rPr lang="en-US" sz="1400" dirty="0">
                <a:latin typeface="Raleway" panose="020B0003030101060003" pitchFamily="34" charset="0"/>
              </a:rPr>
              <a:t> </a:t>
            </a:r>
          </a:p>
        </p:txBody>
      </p:sp>
      <p:sp>
        <p:nvSpPr>
          <p:cNvPr id="8" name="Slide Number Placeholder 2">
            <a:extLst>
              <a:ext uri="{FF2B5EF4-FFF2-40B4-BE49-F238E27FC236}">
                <a16:creationId xmlns="" xmlns:a16="http://schemas.microsoft.com/office/drawing/2014/main" id="{D316EF65-7B51-48CA-A70D-7E9EDE8C6972}"/>
              </a:ext>
            </a:extLst>
          </p:cNvPr>
          <p:cNvSpPr>
            <a:spLocks noGrp="1"/>
          </p:cNvSpPr>
          <p:nvPr>
            <p:ph type="sldNum" sz="quarter" idx="12"/>
          </p:nvPr>
        </p:nvSpPr>
        <p:spPr>
          <a:xfrm>
            <a:off x="5727700" y="6302321"/>
            <a:ext cx="457200" cy="365125"/>
          </a:xfrm>
        </p:spPr>
        <p:txBody>
          <a:bodyPr/>
          <a:lstStyle/>
          <a:p>
            <a:pPr algn="ctr"/>
            <a:r>
              <a:rPr lang="en-US" dirty="0"/>
              <a:t>42</a:t>
            </a:r>
          </a:p>
        </p:txBody>
      </p:sp>
    </p:spTree>
    <p:extLst>
      <p:ext uri="{BB962C8B-B14F-4D97-AF65-F5344CB8AC3E}">
        <p14:creationId xmlns:p14="http://schemas.microsoft.com/office/powerpoint/2010/main" val="2002470691"/>
      </p:ext>
    </p:extLst>
  </p:cSld>
  <p:clrMapOvr>
    <a:masterClrMapping/>
  </p:clrMapOvr>
</p:sld>
</file>

<file path=ppt/theme/theme1.xml><?xml version="1.0" encoding="utf-8"?>
<a:theme xmlns:a="http://schemas.openxmlformats.org/drawingml/2006/main" name="corp2015">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corp2015" id="{0A5B43E0-1E9F-438B-9B88-6565FBCA37D1}" vid="{3512298A-9824-4851-BFB3-A7A65C862333}"/>
    </a:ext>
  </a:extLst>
</a:theme>
</file>

<file path=ppt/theme/theme2.xml><?xml version="1.0" encoding="utf-8"?>
<a:theme xmlns:a="http://schemas.openxmlformats.org/drawingml/2006/main" name="Concerto">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Concerto" id="{597DC726-7DBB-4352-AA45-75F2A05FEEE6}" vid="{B9512EFF-9B16-4E62-A110-515A5F6E261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909</Words>
  <Application>Microsoft Office PowerPoint</Application>
  <PresentationFormat>Widescreen</PresentationFormat>
  <Paragraphs>100</Paragraphs>
  <Slides>13</Slides>
  <Notes>0</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13</vt:i4>
      </vt:variant>
    </vt:vector>
  </HeadingPairs>
  <TitlesOfParts>
    <vt:vector size="28" baseType="lpstr">
      <vt:lpstr>Arial Unicode MS</vt:lpstr>
      <vt:lpstr>MS PGothic</vt:lpstr>
      <vt:lpstr>Andalus</vt:lpstr>
      <vt:lpstr>Arial</vt:lpstr>
      <vt:lpstr>Calibri</vt:lpstr>
      <vt:lpstr>Calibri Light</vt:lpstr>
      <vt:lpstr>Century Gothic</vt:lpstr>
      <vt:lpstr>Courier New</vt:lpstr>
      <vt:lpstr>Myriad Pro</vt:lpstr>
      <vt:lpstr>Raleway</vt:lpstr>
      <vt:lpstr>Raleway Extrabold</vt:lpstr>
      <vt:lpstr>Wingdings</vt:lpstr>
      <vt:lpstr>corp2015</vt:lpstr>
      <vt:lpstr>Concerto</vt:lpstr>
      <vt:lpstr>Office Theme</vt:lpstr>
      <vt:lpstr>ENSCRIBE </vt:lpstr>
      <vt:lpstr>Restriction on disclosure</vt:lpstr>
      <vt:lpstr>Introduction</vt:lpstr>
      <vt:lpstr>Enscribe features :</vt:lpstr>
      <vt:lpstr>Disk file organization</vt:lpstr>
      <vt:lpstr>Types of Enscribe files</vt:lpstr>
      <vt:lpstr>1) Key – sequenced file</vt:lpstr>
      <vt:lpstr>Entry Sequenced file</vt:lpstr>
      <vt:lpstr>Queue</vt:lpstr>
      <vt:lpstr>Relative</vt:lpstr>
      <vt:lpstr>Unstructured files</vt:lpstr>
      <vt:lpstr>Partitioned files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2015-07-22T13:25:06Z</dcterms:created>
  <dcterms:modified xsi:type="dcterms:W3CDTF">2021-09-22T11:35:43Z</dcterms:modified>
</cp:coreProperties>
</file>